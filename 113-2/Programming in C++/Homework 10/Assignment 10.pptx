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9"/>
  </p:notesMasterIdLst>
  <p:sldIdLst>
    <p:sldId id="256" r:id="rId2"/>
    <p:sldId id="528" r:id="rId3"/>
    <p:sldId id="531" r:id="rId4"/>
    <p:sldId id="530" r:id="rId5"/>
    <p:sldId id="529" r:id="rId6"/>
    <p:sldId id="568" r:id="rId7"/>
    <p:sldId id="566" r:id="rId8"/>
    <p:sldId id="567" r:id="rId9"/>
    <p:sldId id="537" r:id="rId10"/>
    <p:sldId id="553" r:id="rId11"/>
    <p:sldId id="554" r:id="rId12"/>
    <p:sldId id="532" r:id="rId13"/>
    <p:sldId id="538" r:id="rId14"/>
    <p:sldId id="565" r:id="rId15"/>
    <p:sldId id="491" r:id="rId16"/>
    <p:sldId id="496" r:id="rId17"/>
    <p:sldId id="497" r:id="rId18"/>
    <p:sldId id="498" r:id="rId19"/>
    <p:sldId id="575" r:id="rId20"/>
    <p:sldId id="574" r:id="rId21"/>
    <p:sldId id="569" r:id="rId22"/>
    <p:sldId id="589" r:id="rId23"/>
    <p:sldId id="590" r:id="rId24"/>
    <p:sldId id="591" r:id="rId25"/>
    <p:sldId id="562" r:id="rId26"/>
    <p:sldId id="588" r:id="rId27"/>
    <p:sldId id="586" r:id="rId28"/>
    <p:sldId id="549" r:id="rId29"/>
    <p:sldId id="552" r:id="rId30"/>
    <p:sldId id="587" r:id="rId31"/>
    <p:sldId id="536" r:id="rId32"/>
    <p:sldId id="501" r:id="rId33"/>
    <p:sldId id="523" r:id="rId34"/>
    <p:sldId id="540" r:id="rId35"/>
    <p:sldId id="541" r:id="rId36"/>
    <p:sldId id="539" r:id="rId37"/>
    <p:sldId id="542" r:id="rId38"/>
    <p:sldId id="545" r:id="rId39"/>
    <p:sldId id="544" r:id="rId40"/>
    <p:sldId id="527" r:id="rId41"/>
    <p:sldId id="543" r:id="rId42"/>
    <p:sldId id="551" r:id="rId43"/>
    <p:sldId id="512" r:id="rId44"/>
    <p:sldId id="513" r:id="rId45"/>
    <p:sldId id="550" r:id="rId46"/>
    <p:sldId id="514" r:id="rId47"/>
    <p:sldId id="515" r:id="rId48"/>
    <p:sldId id="516" r:id="rId49"/>
    <p:sldId id="518" r:id="rId50"/>
    <p:sldId id="517" r:id="rId51"/>
    <p:sldId id="519" r:id="rId52"/>
    <p:sldId id="520" r:id="rId53"/>
    <p:sldId id="521" r:id="rId54"/>
    <p:sldId id="522" r:id="rId55"/>
    <p:sldId id="563" r:id="rId56"/>
    <p:sldId id="579" r:id="rId57"/>
    <p:sldId id="580" r:id="rId58"/>
    <p:sldId id="581" r:id="rId59"/>
    <p:sldId id="582" r:id="rId60"/>
    <p:sldId id="583" r:id="rId61"/>
    <p:sldId id="584" r:id="rId62"/>
    <p:sldId id="585" r:id="rId63"/>
    <p:sldId id="570" r:id="rId64"/>
    <p:sldId id="571" r:id="rId65"/>
    <p:sldId id="572" r:id="rId66"/>
    <p:sldId id="573" r:id="rId67"/>
    <p:sldId id="564" r:id="rId68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>
          <p15:clr>
            <a:srgbClr val="A4A3A4"/>
          </p15:clr>
        </p15:guide>
        <p15:guide id="2" pos="16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8000"/>
    <a:srgbClr val="0000FF"/>
    <a:srgbClr val="FF99FF"/>
    <a:srgbClr val="006600"/>
    <a:srgbClr val="960000"/>
    <a:srgbClr val="F8F8F8"/>
    <a:srgbClr val="6600FF"/>
    <a:srgbClr val="99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00" autoAdjust="0"/>
    <p:restoredTop sz="98558" autoAdjust="0"/>
  </p:normalViewPr>
  <p:slideViewPr>
    <p:cSldViewPr>
      <p:cViewPr varScale="1">
        <p:scale>
          <a:sx n="82" d="100"/>
          <a:sy n="82" d="100"/>
        </p:scale>
        <p:origin x="1771" y="72"/>
      </p:cViewPr>
      <p:guideLst>
        <p:guide orient="horz" pos="2795"/>
        <p:guide pos="161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92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01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9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329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9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fld id="{9FB4328B-1A96-43A5-9185-2783A89ED2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40614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14584E2-497E-40A3-8704-6D55C13B1AA5}" type="slidenum">
              <a:rPr lang="en-US" altLang="zh-TW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ea typeface="新細明體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2000" y="2709000"/>
            <a:ext cx="8280000" cy="144018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01806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971" y="404978"/>
            <a:ext cx="8352058" cy="604804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9771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76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2600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8280000" cy="576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03090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8280000" cy="612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4473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15344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39971" y="404979"/>
            <a:ext cx="8064057" cy="60480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500">
                <a:latin typeface="+mn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95997" y="548980"/>
            <a:ext cx="4608032" cy="720005"/>
          </a:xfrm>
        </p:spPr>
        <p:txBody>
          <a:bodyPr>
            <a:noAutofit/>
          </a:bodyPr>
          <a:lstStyle>
            <a:lvl1pPr>
              <a:defRPr sz="2400"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3897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3780000" cy="34200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4932000" y="1449389"/>
            <a:ext cx="3780200" cy="341961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872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2169000"/>
            <a:ext cx="5760000" cy="41400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80133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549000"/>
            <a:ext cx="4140000" cy="1260000"/>
          </a:xfrm>
        </p:spPr>
        <p:txBody>
          <a:bodyPr>
            <a:no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432000" y="2169000"/>
            <a:ext cx="4680000" cy="41400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564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970" y="260978"/>
            <a:ext cx="8352059" cy="720005"/>
          </a:xfrm>
        </p:spPr>
        <p:txBody>
          <a:bodyPr>
            <a:no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251970" y="3140998"/>
            <a:ext cx="8640060" cy="3312024"/>
          </a:xfrm>
        </p:spPr>
        <p:txBody>
          <a:bodyPr wrap="none">
            <a:noAutofit/>
          </a:bodyPr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66489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970" y="260978"/>
            <a:ext cx="8640060" cy="1008022"/>
          </a:xfrm>
        </p:spPr>
        <p:txBody>
          <a:bodyPr>
            <a:no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4896035"/>
          </a:xfrm>
        </p:spPr>
        <p:txBody>
          <a:bodyPr>
            <a:noAutofit/>
          </a:bodyPr>
          <a:lstStyle>
            <a:lvl1pPr marL="457200" indent="-457200">
              <a:buFont typeface="+mj-lt"/>
              <a:buAutoNum type="arabicPeriod"/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24662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565967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549000"/>
            <a:ext cx="4140000" cy="1260000"/>
          </a:xfrm>
        </p:spPr>
        <p:txBody>
          <a:bodyPr>
            <a:noAutofit/>
          </a:bodyPr>
          <a:lstStyle>
            <a:lvl1pPr>
              <a:defRPr sz="4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495517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549000"/>
            <a:ext cx="3780000" cy="1080000"/>
          </a:xfrm>
        </p:spPr>
        <p:txBody>
          <a:bodyPr>
            <a:no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79594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971" y="548980"/>
            <a:ext cx="2880020" cy="1727992"/>
          </a:xfrm>
        </p:spPr>
        <p:txBody>
          <a:bodyPr>
            <a:no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35695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6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32000" y="189000"/>
            <a:ext cx="828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32000" y="1449000"/>
            <a:ext cx="8280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9868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700" r:id="rId3"/>
    <p:sldLayoutId id="2147483707" r:id="rId4"/>
    <p:sldLayoutId id="2147483706" r:id="rId5"/>
    <p:sldLayoutId id="2147483696" r:id="rId6"/>
    <p:sldLayoutId id="2147483710" r:id="rId7"/>
    <p:sldLayoutId id="2147483704" r:id="rId8"/>
    <p:sldLayoutId id="2147483701" r:id="rId9"/>
    <p:sldLayoutId id="2147483709" r:id="rId10"/>
    <p:sldLayoutId id="2147483703" r:id="rId11"/>
    <p:sldLayoutId id="2147483699" r:id="rId12"/>
    <p:sldLayoutId id="2147483698" r:id="rId13"/>
    <p:sldLayoutId id="2147483702" r:id="rId14"/>
    <p:sldLayoutId id="2147483708" r:id="rId15"/>
    <p:sldLayoutId id="2147483705" r:id="rId16"/>
    <p:sldLayoutId id="2147483697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00FF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800" dirty="0"/>
              <a:t>Homework </a:t>
            </a:r>
            <a:r>
              <a:rPr lang="en-US" altLang="zh-TW" sz="4800"/>
              <a:t>Assignment #10</a:t>
            </a:r>
            <a:endParaRPr lang="en-US" altLang="zh-TW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04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key/value type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comparator predicate type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TsetTraits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traits required to make Tree behave like a set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less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: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Tree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TsetTraits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ordered red-black tree of key values, unique keys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set()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: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Tree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TsetTraits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5707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58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Tree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ordered red-black tree for map/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multimap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/set/multiset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Traits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Tree(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parg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~Tree()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insert(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erase(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private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key_compare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keyCompare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scaryVal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en-US" altLang="zh-TW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711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558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TreeVal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~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TreeVal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clear(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reBalance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LLRotation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LRRotation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RLRotation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RRRotation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eraseDegreeOne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fixUp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myHead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pointer to head 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number of elements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2990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3312003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left;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left subtree, or smallest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parent;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parent, or root of tree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right;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right subtree, or largest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color;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0: Red, 1: Black, Black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1 only if head (also nil) 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the stored value, unused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4639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testSet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testSet1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testSet2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testSet1&lt;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&gt;, std::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unsigned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seed = 11; seed &lt;= 20; seed++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srand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seed );</a:t>
            </a:r>
          </a:p>
          <a:p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testSet2&lt;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&gt;, std::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greater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de-DE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</a:t>
            </a:r>
            <a:r>
              <a:rPr lang="de-D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&gt;();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212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testSet1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1000;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key;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std::</a:t>
            </a:r>
            <a:r>
              <a:rPr lang="da-DK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</a:t>
            </a:r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 </a:t>
            </a:r>
            <a:r>
              <a:rPr lang="da-DK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da-DK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T2</a:t>
            </a:r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 set2;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+ 1;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equal(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--;</a:t>
            </a:r>
          </a:p>
        </p:txBody>
      </p:sp>
    </p:spTree>
    <p:extLst>
      <p:ext uri="{BB962C8B-B14F-4D97-AF65-F5344CB8AC3E}">
        <p14:creationId xmlns:p14="http://schemas.microsoft.com/office/powerpoint/2010/main" val="3683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i = 0; i &lt; numKeys; i++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switch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rand() % 3 )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0: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key = 1 + rand() % ( 5 *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set2.insert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1: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set2.size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 &gt;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key = 1 + rand() % ( 5 *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set2.erase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key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equal(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set2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--;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"There are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numErrors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errors.\n"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052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872000" y="1989000"/>
            <a:ext cx="1980000" cy="234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Tree on </a:t>
            </a:r>
            <a:r>
              <a:rPr lang="en-US" altLang="zh-TW" dirty="0" err="1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2000" y="2169000"/>
            <a:ext cx="3240000" cy="180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52000" y="23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00" y="360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92000" y="360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5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292000" y="270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72000" y="36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2000" y="2349000"/>
            <a:ext cx="72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2000" y="2709000"/>
            <a:ext cx="1620000" cy="126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412000" y="4329000"/>
            <a:ext cx="900000" cy="540000"/>
          </a:xfrm>
          <a:prstGeom prst="rect">
            <a:avLst/>
          </a:prstGeom>
          <a:noFill/>
        </p:spPr>
        <p:txBody>
          <a:bodyPr tIns="0" bIns="10800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set1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32000" y="28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3132000" y="34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3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052000" y="342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3312000" y="3069000"/>
            <a:ext cx="90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52000" y="2349000"/>
            <a:ext cx="72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/>
              <a:t>1</a:t>
            </a:r>
            <a:endParaRPr lang="zh-TW" altLang="en-US" sz="1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232000" y="3969000"/>
            <a:ext cx="126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scaryVal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312000" y="21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1872000" y="2169000"/>
            <a:ext cx="144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keyCompare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238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692000" y="1989000"/>
            <a:ext cx="2160000" cy="234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_Tree on </a:t>
            </a:r>
            <a:r>
              <a:rPr lang="en-US" altLang="zh-TW" dirty="0" err="1">
                <a:latin typeface="+mn-lt"/>
              </a:rPr>
              <a:t>x86</a:t>
            </a:r>
            <a:r>
              <a:rPr lang="en-US" altLang="zh-TW" dirty="0">
                <a:latin typeface="+mn-lt"/>
              </a:rPr>
              <a:t> Debug</a:t>
            </a:r>
            <a:endParaRPr lang="zh-TW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2000" y="2169000"/>
            <a:ext cx="3240000" cy="180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52000" y="23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00" y="360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92000" y="360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5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292000" y="270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72000" y="36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2000" y="2349000"/>
            <a:ext cx="72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32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270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72000" y="2169000"/>
            <a:ext cx="1800000" cy="180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412000" y="4329000"/>
            <a:ext cx="720000" cy="540000"/>
          </a:xfrm>
          <a:prstGeom prst="rect">
            <a:avLst/>
          </a:prstGeom>
          <a:noFill/>
        </p:spPr>
        <p:txBody>
          <a:bodyPr tIns="0" bIns="10800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set2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32000" y="28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3132000" y="34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3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052000" y="342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3312000" y="3069000"/>
            <a:ext cx="90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52000" y="2349000"/>
            <a:ext cx="72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/>
              <a:t>1</a:t>
            </a:r>
            <a:endParaRPr lang="zh-TW" altLang="en-US" sz="1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23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_Scary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32000" y="23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1872000" y="2349000"/>
            <a:ext cx="126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Myproxy</a:t>
            </a:r>
            <a:endParaRPr lang="en-US" altLang="zh-TW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824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872000" y="2529000"/>
            <a:ext cx="1980000" cy="1800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_Tree on </a:t>
            </a:r>
            <a:r>
              <a:rPr lang="en-US" altLang="zh-TW" dirty="0" err="1">
                <a:latin typeface="+mn-lt"/>
              </a:rPr>
              <a:t>x86</a:t>
            </a:r>
            <a:r>
              <a:rPr lang="en-US" altLang="zh-TW" dirty="0">
                <a:latin typeface="+mn-lt"/>
              </a:rPr>
              <a:t> Release</a:t>
            </a:r>
            <a:endParaRPr lang="zh-TW" altLang="en-US" dirty="0"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2000" y="2529000"/>
            <a:ext cx="3240000" cy="180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5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00" y="39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92000" y="396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5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292000" y="306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37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92000" y="2709000"/>
            <a:ext cx="72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1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2000" y="2709000"/>
            <a:ext cx="1620000" cy="126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412000" y="4329000"/>
            <a:ext cx="900000" cy="540000"/>
          </a:xfrm>
          <a:prstGeom prst="rect">
            <a:avLst/>
          </a:prstGeom>
          <a:noFill/>
        </p:spPr>
        <p:txBody>
          <a:bodyPr tIns="0" bIns="108000" anchor="ctr" anchorCtr="0"/>
          <a:lstStyle/>
          <a:p>
            <a:pPr algn="ct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set2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32000" y="28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600" dirty="0"/>
          </a:p>
        </p:txBody>
      </p:sp>
      <p:sp>
        <p:nvSpPr>
          <p:cNvPr id="22" name="矩形 21"/>
          <p:cNvSpPr/>
          <p:nvPr/>
        </p:nvSpPr>
        <p:spPr>
          <a:xfrm>
            <a:off x="3132000" y="34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3</a:t>
            </a:r>
            <a:endParaRPr lang="zh-TW" altLang="en-US" sz="16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052000" y="28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052000" y="342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</a:t>
            </a: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3312000" y="3069000"/>
            <a:ext cx="90000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552000" y="2709000"/>
            <a:ext cx="72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zh-TW" sz="1600" dirty="0"/>
              <a:t>1</a:t>
            </a:r>
            <a:endParaRPr lang="zh-TW" altLang="en-US" sz="1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232000" y="3969000"/>
            <a:ext cx="126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600" dirty="0">
                <a:latin typeface="Lucida Console" panose="020B0609040504020204" pitchFamily="49" charset="0"/>
                <a:ea typeface="新細明體" pitchFamily="18" charset="-120"/>
              </a:rPr>
              <a:t>_Scary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209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9000"/>
            <a:ext cx="3060000" cy="252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28633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 143"/>
          <p:cNvSpPr/>
          <p:nvPr/>
        </p:nvSpPr>
        <p:spPr>
          <a:xfrm>
            <a:off x="3995996" y="4869010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145" name="矩形 144"/>
          <p:cNvSpPr/>
          <p:nvPr/>
        </p:nvSpPr>
        <p:spPr>
          <a:xfrm>
            <a:off x="5148004" y="5013011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3995996" y="5301013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6012010" y="5733016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8" name="文字方塊 147"/>
          <p:cNvSpPr txBox="1"/>
          <p:nvPr/>
        </p:nvSpPr>
        <p:spPr>
          <a:xfrm>
            <a:off x="4139997" y="6021018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283998" y="5013011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50" name="文字方塊 149"/>
          <p:cNvSpPr txBox="1"/>
          <p:nvPr/>
        </p:nvSpPr>
        <p:spPr>
          <a:xfrm>
            <a:off x="4860002" y="5301013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1" name="文字方塊 150"/>
          <p:cNvSpPr txBox="1"/>
          <p:nvPr/>
        </p:nvSpPr>
        <p:spPr>
          <a:xfrm>
            <a:off x="5724008" y="6021018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2" name="文字方塊 151"/>
          <p:cNvSpPr txBox="1"/>
          <p:nvPr/>
        </p:nvSpPr>
        <p:spPr>
          <a:xfrm>
            <a:off x="4860002" y="6021018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4283998" y="5733016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54" name="文字方塊 153"/>
          <p:cNvSpPr txBox="1"/>
          <p:nvPr/>
        </p:nvSpPr>
        <p:spPr>
          <a:xfrm>
            <a:off x="5724008" y="5301013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5148004" y="5733016"/>
            <a:ext cx="288000" cy="28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1"/>
                </a:solidFill>
              </a:rPr>
              <a:t>1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6012010" y="5013011"/>
            <a:ext cx="288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127" name="矩形 126"/>
          <p:cNvSpPr/>
          <p:nvPr/>
        </p:nvSpPr>
        <p:spPr>
          <a:xfrm>
            <a:off x="3995996" y="836982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129" name="矩形 128"/>
          <p:cNvSpPr/>
          <p:nvPr/>
        </p:nvSpPr>
        <p:spPr>
          <a:xfrm>
            <a:off x="5148004" y="980983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31" name="文字方塊 130"/>
          <p:cNvSpPr txBox="1"/>
          <p:nvPr/>
        </p:nvSpPr>
        <p:spPr>
          <a:xfrm>
            <a:off x="3995996" y="1268985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6012010" y="1700988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33" name="文字方塊 132"/>
          <p:cNvSpPr txBox="1"/>
          <p:nvPr/>
        </p:nvSpPr>
        <p:spPr>
          <a:xfrm>
            <a:off x="4139997" y="1988990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4283998" y="980983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2</a:t>
            </a:r>
            <a:endParaRPr lang="zh-TW" altLang="en-US" sz="1400" dirty="0"/>
          </a:p>
        </p:txBody>
      </p:sp>
      <p:sp>
        <p:nvSpPr>
          <p:cNvPr id="135" name="文字方塊 134"/>
          <p:cNvSpPr txBox="1"/>
          <p:nvPr/>
        </p:nvSpPr>
        <p:spPr>
          <a:xfrm>
            <a:off x="4860002" y="1268985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5724008" y="1988990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38" name="文字方塊 137"/>
          <p:cNvSpPr txBox="1"/>
          <p:nvPr/>
        </p:nvSpPr>
        <p:spPr>
          <a:xfrm>
            <a:off x="4860002" y="1988990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283998" y="1700988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5724008" y="1268985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5148004" y="1700988"/>
            <a:ext cx="288000" cy="28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1"/>
                </a:solidFill>
              </a:rPr>
              <a:t>1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012010" y="980983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/>
              <a:t>0</a:t>
            </a:r>
            <a:endParaRPr lang="zh-TW" altLang="en-US" sz="1400" dirty="0"/>
          </a:p>
        </p:txBody>
      </p:sp>
      <p:sp>
        <p:nvSpPr>
          <p:cNvPr id="89" name="矩形 88"/>
          <p:cNvSpPr/>
          <p:nvPr/>
        </p:nvSpPr>
        <p:spPr>
          <a:xfrm>
            <a:off x="5868009" y="2852996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108" name="矩形 107"/>
          <p:cNvSpPr/>
          <p:nvPr/>
        </p:nvSpPr>
        <p:spPr>
          <a:xfrm>
            <a:off x="7020017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0" name="文字方塊 109"/>
          <p:cNvSpPr txBox="1"/>
          <p:nvPr/>
        </p:nvSpPr>
        <p:spPr>
          <a:xfrm>
            <a:off x="5868009" y="3284999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7884023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6012010" y="4005004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6156011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3</a:t>
            </a:r>
            <a:endParaRPr lang="zh-TW" altLang="en-US" sz="1400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6732015" y="3284999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0" name="文字方塊 119"/>
          <p:cNvSpPr txBox="1"/>
          <p:nvPr/>
        </p:nvSpPr>
        <p:spPr>
          <a:xfrm>
            <a:off x="7596021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6732015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6156011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4" name="文字方塊 123"/>
          <p:cNvSpPr txBox="1"/>
          <p:nvPr/>
        </p:nvSpPr>
        <p:spPr>
          <a:xfrm>
            <a:off x="7596021" y="3284999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7020017" y="3717002"/>
            <a:ext cx="288000" cy="28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1"/>
                </a:solidFill>
              </a:rPr>
              <a:t>0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7884023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/>
              <a:t>0</a:t>
            </a:r>
            <a:endParaRPr lang="zh-TW" altLang="en-US" sz="1400" dirty="0"/>
          </a:p>
        </p:txBody>
      </p:sp>
      <p:sp>
        <p:nvSpPr>
          <p:cNvPr id="56" name="矩形 55"/>
          <p:cNvSpPr/>
          <p:nvPr/>
        </p:nvSpPr>
        <p:spPr>
          <a:xfrm>
            <a:off x="2123983" y="2852996"/>
            <a:ext cx="2592000" cy="14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bIns="36000" rtlCol="0" anchor="ctr"/>
          <a:lstStyle/>
          <a:p>
            <a:pPr algn="ctr"/>
            <a:endParaRPr lang="zh-TW" altLang="en-US" sz="1400"/>
          </a:p>
        </p:txBody>
      </p:sp>
      <p:sp>
        <p:nvSpPr>
          <p:cNvPr id="57" name="矩形 56"/>
          <p:cNvSpPr/>
          <p:nvPr/>
        </p:nvSpPr>
        <p:spPr>
          <a:xfrm>
            <a:off x="3275991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2123983" y="3284999"/>
            <a:ext cx="864000" cy="2880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139997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267984" y="4005004"/>
            <a:ext cx="576000" cy="288000"/>
          </a:xfrm>
          <a:prstGeom prst="rect">
            <a:avLst/>
          </a:prstGeom>
          <a:noFill/>
        </p:spPr>
        <p:txBody>
          <a:bodyPr lIns="72000" tIns="0" rIns="72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left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411985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2987989" y="3284999"/>
            <a:ext cx="864000" cy="288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parent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851995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right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2987989" y="4005004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>
                <a:latin typeface="Lucida Console" panose="020B0609040504020204" pitchFamily="49" charset="0"/>
                <a:ea typeface="新細明體" pitchFamily="18" charset="-120"/>
              </a:rPr>
              <a:t>color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411985" y="3717002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3851995" y="3284999"/>
            <a:ext cx="864000" cy="288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isNil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547979" y="4869010"/>
            <a:ext cx="1296000" cy="100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96" name="文字方塊 95"/>
          <p:cNvSpPr txBox="1"/>
          <p:nvPr/>
        </p:nvSpPr>
        <p:spPr>
          <a:xfrm>
            <a:off x="1403978" y="5877017"/>
            <a:ext cx="1584000" cy="288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set1.scaryVal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411985" y="5445014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8" name="矩形 97"/>
          <p:cNvSpPr/>
          <p:nvPr/>
        </p:nvSpPr>
        <p:spPr>
          <a:xfrm>
            <a:off x="2411985" y="5013011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3</a:t>
            </a:r>
            <a:endParaRPr lang="zh-TW" altLang="en-US" sz="1400" dirty="0"/>
          </a:p>
        </p:txBody>
      </p:sp>
      <p:sp>
        <p:nvSpPr>
          <p:cNvPr id="99" name="文字方塊 98"/>
          <p:cNvSpPr txBox="1"/>
          <p:nvPr/>
        </p:nvSpPr>
        <p:spPr>
          <a:xfrm>
            <a:off x="1547979" y="5445014"/>
            <a:ext cx="864000" cy="288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1547979" y="5013011"/>
            <a:ext cx="864000" cy="288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algn="r">
              <a:defRPr/>
            </a:pPr>
            <a:r>
              <a:rPr lang="en-US" altLang="zh-TW" sz="1400" dirty="0" err="1">
                <a:latin typeface="Lucida Console" panose="020B0609040504020204" pitchFamily="49" charset="0"/>
                <a:ea typeface="新細明體" pitchFamily="18" charset="-120"/>
              </a:rPr>
              <a:t>mySize</a:t>
            </a:r>
            <a:endParaRPr lang="zh-TW" altLang="en-US" sz="14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101" name="直線單箭頭接點 100"/>
          <p:cNvCxnSpPr>
            <a:endCxn id="144" idx="1"/>
          </p:cNvCxnSpPr>
          <p:nvPr/>
        </p:nvCxnSpPr>
        <p:spPr>
          <a:xfrm flipV="1">
            <a:off x="2555986" y="5589010"/>
            <a:ext cx="1440010" cy="5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 flipH="1" flipV="1">
            <a:off x="2699987" y="4293007"/>
            <a:ext cx="1728012" cy="158401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 flipH="1" flipV="1">
            <a:off x="5292005" y="2276992"/>
            <a:ext cx="3" cy="2880022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V="1">
            <a:off x="6156011" y="4293007"/>
            <a:ext cx="1728012" cy="158401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V="1">
            <a:off x="3419992" y="2276993"/>
            <a:ext cx="1728012" cy="86400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H="1" flipV="1">
            <a:off x="5436007" y="2276993"/>
            <a:ext cx="1728011" cy="86400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endCxn id="56" idx="0"/>
          </p:cNvCxnSpPr>
          <p:nvPr/>
        </p:nvCxnSpPr>
        <p:spPr>
          <a:xfrm flipH="1">
            <a:off x="3419983" y="1844989"/>
            <a:ext cx="1008016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endCxn id="89" idx="0"/>
          </p:cNvCxnSpPr>
          <p:nvPr/>
        </p:nvCxnSpPr>
        <p:spPr>
          <a:xfrm>
            <a:off x="6156011" y="1844989"/>
            <a:ext cx="1007998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2555986" y="3861003"/>
            <a:ext cx="1440010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4283998" y="3861003"/>
            <a:ext cx="864006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 flipH="1">
            <a:off x="5436006" y="3861003"/>
            <a:ext cx="864006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H="1">
            <a:off x="6588014" y="3861003"/>
            <a:ext cx="1440010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>
            <a:off x="5292005" y="1124984"/>
            <a:ext cx="3456024" cy="144001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8748029" y="2564994"/>
            <a:ext cx="0" cy="3024021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3275991" y="3717002"/>
            <a:ext cx="288000" cy="28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1"/>
                </a:solidFill>
              </a:rPr>
              <a:t>0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39997" y="2996997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en-US" altLang="zh-TW" sz="1400" dirty="0"/>
              <a:t>0</a:t>
            </a:r>
            <a:endParaRPr lang="zh-TW" altLang="en-US" sz="1400" dirty="0"/>
          </a:p>
        </p:txBody>
      </p:sp>
      <p:cxnSp>
        <p:nvCxnSpPr>
          <p:cNvPr id="106" name="直線單箭頭接點 105"/>
          <p:cNvCxnSpPr>
            <a:endCxn id="144" idx="3"/>
          </p:cNvCxnSpPr>
          <p:nvPr/>
        </p:nvCxnSpPr>
        <p:spPr>
          <a:xfrm flipH="1" flipV="1">
            <a:off x="6587996" y="5589010"/>
            <a:ext cx="2160034" cy="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字方塊 157"/>
          <p:cNvSpPr txBox="1"/>
          <p:nvPr/>
        </p:nvSpPr>
        <p:spPr>
          <a:xfrm>
            <a:off x="4860002" y="548980"/>
            <a:ext cx="864006" cy="288000"/>
          </a:xfrm>
          <a:prstGeom prst="rect">
            <a:avLst/>
          </a:prstGeom>
          <a:noFill/>
        </p:spPr>
        <p:txBody>
          <a:bodyPr tIns="0" bIns="72000" anchor="ctr"/>
          <a:lstStyle/>
          <a:p>
            <a:pPr algn="ctr">
              <a:defRPr/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新細明體" pitchFamily="18" charset="-120"/>
              </a:rPr>
              <a:t>root</a:t>
            </a:r>
            <a:endParaRPr lang="zh-TW" altLang="en-US" dirty="0">
              <a:solidFill>
                <a:srgbClr val="0000FF"/>
              </a:solidFill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17" name="標題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3 Nodes</a:t>
            </a:r>
            <a:endParaRPr lang="zh-TW" altLang="en-US" dirty="0"/>
          </a:p>
        </p:txBody>
      </p:sp>
      <p:cxnSp>
        <p:nvCxnSpPr>
          <p:cNvPr id="105" name="直線接點 104"/>
          <p:cNvCxnSpPr/>
          <p:nvPr/>
        </p:nvCxnSpPr>
        <p:spPr>
          <a:xfrm flipH="1">
            <a:off x="683973" y="3285460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7" name="直線接點 136"/>
          <p:cNvCxnSpPr/>
          <p:nvPr/>
        </p:nvCxnSpPr>
        <p:spPr>
          <a:xfrm>
            <a:off x="972437" y="328546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9" name="橢圓 138"/>
          <p:cNvSpPr/>
          <p:nvPr/>
        </p:nvSpPr>
        <p:spPr>
          <a:xfrm>
            <a:off x="827974" y="3140998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9" name="橢圓 158"/>
          <p:cNvSpPr/>
          <p:nvPr/>
        </p:nvSpPr>
        <p:spPr>
          <a:xfrm>
            <a:off x="539972" y="3717002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0" name="橢圓 159"/>
          <p:cNvSpPr/>
          <p:nvPr/>
        </p:nvSpPr>
        <p:spPr>
          <a:xfrm>
            <a:off x="1115976" y="3717002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17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212000" y="144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012000" y="144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132000" y="414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57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37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414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5652000" y="5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83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21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47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01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5652000" y="558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492000" y="432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652000" y="162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39" idx="2"/>
          </p:cNvCxnSpPr>
          <p:nvPr/>
        </p:nvCxnSpPr>
        <p:spPr>
          <a:xfrm flipV="1">
            <a:off x="7812000" y="432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5652000" y="549000"/>
            <a:ext cx="30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549000"/>
            <a:ext cx="0" cy="46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192000" y="5229000"/>
            <a:ext cx="252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192000" y="504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3132000" y="5049000"/>
            <a:ext cx="198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292000" y="4149000"/>
            <a:ext cx="18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349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012000" y="4149000"/>
            <a:ext cx="72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572000" y="4149000"/>
            <a:ext cx="72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6012000" y="5409000"/>
            <a:ext cx="1800000" cy="2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>
            <a:off x="3852000" y="4149000"/>
            <a:ext cx="12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5832000" y="4149000"/>
            <a:ext cx="18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41" idx="2"/>
          </p:cNvCxnSpPr>
          <p:nvPr/>
        </p:nvCxnSpPr>
        <p:spPr>
          <a:xfrm flipV="1">
            <a:off x="34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41" idx="2"/>
          </p:cNvCxnSpPr>
          <p:nvPr/>
        </p:nvCxnSpPr>
        <p:spPr>
          <a:xfrm flipH="1" flipV="1">
            <a:off x="421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37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5112000" y="9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/>
        </p:nvGraphicFramePr>
        <p:xfrm>
          <a:off x="367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655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295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/>
        </p:nvGraphicFramePr>
        <p:xfrm>
          <a:off x="439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583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511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727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6192000" y="4149000"/>
            <a:ext cx="12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45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3492000" y="5409000"/>
            <a:ext cx="180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/>
        </p:nvGraphicFramePr>
        <p:xfrm>
          <a:off x="43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88" name="直線接點 87"/>
          <p:cNvCxnSpPr/>
          <p:nvPr/>
        </p:nvCxnSpPr>
        <p:spPr>
          <a:xfrm>
            <a:off x="2412000" y="540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0" name="橢圓 89"/>
          <p:cNvSpPr/>
          <p:nvPr/>
        </p:nvSpPr>
        <p:spPr>
          <a:xfrm>
            <a:off x="259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1" name="直線接點 90"/>
          <p:cNvCxnSpPr/>
          <p:nvPr/>
        </p:nvCxnSpPr>
        <p:spPr>
          <a:xfrm flipH="1">
            <a:off x="683973" y="5409446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2" name="直線接點 91"/>
          <p:cNvCxnSpPr/>
          <p:nvPr/>
        </p:nvCxnSpPr>
        <p:spPr>
          <a:xfrm>
            <a:off x="972437" y="5409446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3" name="橢圓 92"/>
          <p:cNvSpPr/>
          <p:nvPr/>
        </p:nvSpPr>
        <p:spPr>
          <a:xfrm>
            <a:off x="43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115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5" name="直線接點 94"/>
          <p:cNvCxnSpPr/>
          <p:nvPr/>
        </p:nvCxnSpPr>
        <p:spPr>
          <a:xfrm flipH="1">
            <a:off x="2052001" y="5409000"/>
            <a:ext cx="359999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6" name="橢圓 95"/>
          <p:cNvSpPr/>
          <p:nvPr/>
        </p:nvSpPr>
        <p:spPr>
          <a:xfrm>
            <a:off x="187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7" name="直線接點 96"/>
          <p:cNvCxnSpPr/>
          <p:nvPr/>
        </p:nvCxnSpPr>
        <p:spPr>
          <a:xfrm flipH="1">
            <a:off x="97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8" name="直線接點 97"/>
          <p:cNvCxnSpPr/>
          <p:nvPr/>
        </p:nvCxnSpPr>
        <p:spPr>
          <a:xfrm>
            <a:off x="169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9" name="橢圓 98"/>
          <p:cNvSpPr/>
          <p:nvPr/>
        </p:nvSpPr>
        <p:spPr>
          <a:xfrm>
            <a:off x="151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79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223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7 Nodes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6236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Empty Red-black Tree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60" name="直線單箭頭接點 59"/>
          <p:cNvCxnSpPr/>
          <p:nvPr/>
        </p:nvCxnSpPr>
        <p:spPr>
          <a:xfrm>
            <a:off x="6192000" y="3069000"/>
            <a:ext cx="3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6552000" y="306900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6372000" y="468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12000" y="46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4" name="直線單箭頭接點 33"/>
          <p:cNvCxnSpPr>
            <a:endCxn id="18" idx="2"/>
          </p:cNvCxnSpPr>
          <p:nvPr/>
        </p:nvCxnSpPr>
        <p:spPr>
          <a:xfrm flipV="1">
            <a:off x="6192000" y="414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6192000" y="306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7092000" y="3609000"/>
            <a:ext cx="0" cy="36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>
            <a:off x="6732000" y="360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6552000" y="3969000"/>
            <a:ext cx="5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5292000" y="3609000"/>
            <a:ext cx="0" cy="3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292000" y="3609000"/>
            <a:ext cx="3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5292000" y="3969000"/>
            <a:ext cx="54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40125"/>
              </p:ext>
            </p:extLst>
          </p:nvPr>
        </p:nvGraphicFramePr>
        <p:xfrm>
          <a:off x="5652000" y="342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39529"/>
              </p:ext>
            </p:extLst>
          </p:nvPr>
        </p:nvGraphicFramePr>
        <p:xfrm>
          <a:off x="4932000" y="180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298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1 Node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sp>
        <p:nvSpPr>
          <p:cNvPr id="33" name="矩形 32"/>
          <p:cNvSpPr/>
          <p:nvPr/>
        </p:nvSpPr>
        <p:spPr>
          <a:xfrm>
            <a:off x="745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6372000" y="57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39" name="直線單箭頭接點 38"/>
          <p:cNvCxnSpPr>
            <a:endCxn id="47" idx="2"/>
          </p:cNvCxnSpPr>
          <p:nvPr/>
        </p:nvCxnSpPr>
        <p:spPr>
          <a:xfrm flipV="1">
            <a:off x="7632000" y="522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6732000" y="3249000"/>
            <a:ext cx="3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endCxn id="46" idx="2"/>
          </p:cNvCxnSpPr>
          <p:nvPr/>
        </p:nvCxnSpPr>
        <p:spPr>
          <a:xfrm flipV="1">
            <a:off x="7632000" y="3609000"/>
            <a:ext cx="0" cy="10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>
            <a:off x="8172000" y="324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7632000" y="2349000"/>
            <a:ext cx="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7272000" y="3429000"/>
            <a:ext cx="18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7992000" y="5049000"/>
            <a:ext cx="5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06471"/>
              </p:ext>
            </p:extLst>
          </p:nvPr>
        </p:nvGraphicFramePr>
        <p:xfrm>
          <a:off x="7092000" y="28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331614"/>
              </p:ext>
            </p:extLst>
          </p:nvPr>
        </p:nvGraphicFramePr>
        <p:xfrm>
          <a:off x="7092000" y="45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48" name="直線單箭頭接點 47"/>
          <p:cNvCxnSpPr/>
          <p:nvPr/>
        </p:nvCxnSpPr>
        <p:spPr>
          <a:xfrm flipH="1">
            <a:off x="7812000" y="3429000"/>
            <a:ext cx="18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H="1">
            <a:off x="6732000" y="5049000"/>
            <a:ext cx="54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999245"/>
              </p:ext>
            </p:extLst>
          </p:nvPr>
        </p:nvGraphicFramePr>
        <p:xfrm>
          <a:off x="7092000" y="162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sp>
        <p:nvSpPr>
          <p:cNvPr id="52" name="矩形 51"/>
          <p:cNvSpPr/>
          <p:nvPr/>
        </p:nvSpPr>
        <p:spPr>
          <a:xfrm>
            <a:off x="7452000" y="7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/>
          <p:cNvSpPr txBox="1"/>
          <p:nvPr/>
        </p:nvSpPr>
        <p:spPr>
          <a:xfrm>
            <a:off x="6372000" y="7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54" name="直線單箭頭接點 53"/>
          <p:cNvCxnSpPr>
            <a:endCxn id="51" idx="0"/>
          </p:cNvCxnSpPr>
          <p:nvPr/>
        </p:nvCxnSpPr>
        <p:spPr>
          <a:xfrm>
            <a:off x="7632000" y="90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797585"/>
              </p:ext>
            </p:extLst>
          </p:nvPr>
        </p:nvGraphicFramePr>
        <p:xfrm>
          <a:off x="3672000" y="378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24" name="直線單箭頭接點 23"/>
          <p:cNvCxnSpPr/>
          <p:nvPr/>
        </p:nvCxnSpPr>
        <p:spPr>
          <a:xfrm flipV="1">
            <a:off x="8532000" y="3249000"/>
            <a:ext cx="0" cy="18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6732000" y="3249000"/>
            <a:ext cx="0" cy="180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932000" y="288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2000" y="288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4" name="直線接點 33"/>
          <p:cNvCxnSpPr>
            <a:endCxn id="32" idx="0"/>
          </p:cNvCxnSpPr>
          <p:nvPr/>
        </p:nvCxnSpPr>
        <p:spPr>
          <a:xfrm>
            <a:off x="5292000" y="216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5" name="直線接點 34"/>
          <p:cNvCxnSpPr>
            <a:endCxn id="31" idx="0"/>
          </p:cNvCxnSpPr>
          <p:nvPr/>
        </p:nvCxnSpPr>
        <p:spPr>
          <a:xfrm flipH="1">
            <a:off x="5022000" y="216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6" name="橢圓 35"/>
          <p:cNvSpPr/>
          <p:nvPr/>
        </p:nvSpPr>
        <p:spPr>
          <a:xfrm>
            <a:off x="5112000" y="198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79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2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31" name="直線單箭頭接點 30"/>
          <p:cNvCxnSpPr>
            <a:endCxn id="44" idx="0"/>
          </p:cNvCxnSpPr>
          <p:nvPr/>
        </p:nvCxnSpPr>
        <p:spPr>
          <a:xfrm flipH="1">
            <a:off x="6552000" y="2349000"/>
            <a:ext cx="72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6552000" y="25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745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文字方塊 33"/>
          <p:cNvSpPr txBox="1"/>
          <p:nvPr/>
        </p:nvSpPr>
        <p:spPr>
          <a:xfrm>
            <a:off x="637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35" name="直線單箭頭接點 34"/>
          <p:cNvCxnSpPr>
            <a:endCxn id="45" idx="2"/>
          </p:cNvCxnSpPr>
          <p:nvPr/>
        </p:nvCxnSpPr>
        <p:spPr>
          <a:xfrm flipV="1">
            <a:off x="7632000" y="540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44" idx="2"/>
          </p:cNvCxnSpPr>
          <p:nvPr/>
        </p:nvCxnSpPr>
        <p:spPr>
          <a:xfrm flipV="1">
            <a:off x="6552000" y="3969000"/>
            <a:ext cx="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43" idx="2"/>
          </p:cNvCxnSpPr>
          <p:nvPr/>
        </p:nvCxnSpPr>
        <p:spPr>
          <a:xfrm flipV="1">
            <a:off x="7632000" y="2529000"/>
            <a:ext cx="0" cy="23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43" idx="3"/>
          </p:cNvCxnSpPr>
          <p:nvPr/>
        </p:nvCxnSpPr>
        <p:spPr>
          <a:xfrm flipH="1">
            <a:off x="8172000" y="216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7632000" y="1269000"/>
            <a:ext cx="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6912000" y="378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6192000" y="4869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7992000" y="5229000"/>
            <a:ext cx="5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84896"/>
              </p:ext>
            </p:extLst>
          </p:nvPr>
        </p:nvGraphicFramePr>
        <p:xfrm>
          <a:off x="7092000" y="18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23657"/>
              </p:ext>
            </p:extLst>
          </p:nvPr>
        </p:nvGraphicFramePr>
        <p:xfrm>
          <a:off x="601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708633"/>
              </p:ext>
            </p:extLst>
          </p:nvPr>
        </p:nvGraphicFramePr>
        <p:xfrm>
          <a:off x="7092000" y="46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46" name="直線單箭頭接點 45"/>
          <p:cNvCxnSpPr/>
          <p:nvPr/>
        </p:nvCxnSpPr>
        <p:spPr>
          <a:xfrm flipH="1">
            <a:off x="7812000" y="2349000"/>
            <a:ext cx="180000" cy="23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6552000" y="5229000"/>
            <a:ext cx="72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>
            <a:off x="6192000" y="378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8532000" y="2169000"/>
            <a:ext cx="0" cy="306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615219"/>
              </p:ext>
            </p:extLst>
          </p:nvPr>
        </p:nvGraphicFramePr>
        <p:xfrm>
          <a:off x="709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sp>
        <p:nvSpPr>
          <p:cNvPr id="51" name="矩形 50"/>
          <p:cNvSpPr/>
          <p:nvPr/>
        </p:nvSpPr>
        <p:spPr>
          <a:xfrm>
            <a:off x="6192000" y="7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5112000" y="7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53" name="直線單箭頭接點 52"/>
          <p:cNvCxnSpPr>
            <a:endCxn id="50" idx="1"/>
          </p:cNvCxnSpPr>
          <p:nvPr/>
        </p:nvCxnSpPr>
        <p:spPr>
          <a:xfrm>
            <a:off x="6372000" y="90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982328"/>
              </p:ext>
            </p:extLst>
          </p:nvPr>
        </p:nvGraphicFramePr>
        <p:xfrm>
          <a:off x="3312000" y="432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4" name="矩形 53"/>
          <p:cNvSpPr/>
          <p:nvPr/>
        </p:nvSpPr>
        <p:spPr>
          <a:xfrm>
            <a:off x="475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21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8" name="直線接點 57"/>
          <p:cNvCxnSpPr/>
          <p:nvPr/>
        </p:nvCxnSpPr>
        <p:spPr>
          <a:xfrm flipH="1">
            <a:off x="4572000" y="198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9" name="直線接點 58"/>
          <p:cNvCxnSpPr>
            <a:endCxn id="57" idx="0"/>
          </p:cNvCxnSpPr>
          <p:nvPr/>
        </p:nvCxnSpPr>
        <p:spPr>
          <a:xfrm flipH="1">
            <a:off x="430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直線接點 59"/>
          <p:cNvCxnSpPr>
            <a:endCxn id="54" idx="0"/>
          </p:cNvCxnSpPr>
          <p:nvPr/>
        </p:nvCxnSpPr>
        <p:spPr>
          <a:xfrm>
            <a:off x="457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1" name="直線接點 60"/>
          <p:cNvCxnSpPr>
            <a:endCxn id="64" idx="0"/>
          </p:cNvCxnSpPr>
          <p:nvPr/>
        </p:nvCxnSpPr>
        <p:spPr>
          <a:xfrm>
            <a:off x="4932000" y="19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2" name="橢圓 61"/>
          <p:cNvSpPr/>
          <p:nvPr/>
        </p:nvSpPr>
        <p:spPr>
          <a:xfrm>
            <a:off x="4752000" y="18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4392000" y="27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112000" y="27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687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3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43" name="直線單箭頭接點 42"/>
          <p:cNvCxnSpPr>
            <a:endCxn id="78" idx="0"/>
          </p:cNvCxnSpPr>
          <p:nvPr/>
        </p:nvCxnSpPr>
        <p:spPr>
          <a:xfrm flipH="1">
            <a:off x="6012000" y="2349000"/>
            <a:ext cx="72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7452000" y="2349000"/>
            <a:ext cx="7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 flipV="1">
            <a:off x="7272000" y="25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6012000" y="25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691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583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49" name="直線單箭頭接點 48"/>
          <p:cNvCxnSpPr>
            <a:endCxn id="80" idx="2"/>
          </p:cNvCxnSpPr>
          <p:nvPr/>
        </p:nvCxnSpPr>
        <p:spPr>
          <a:xfrm flipV="1">
            <a:off x="7092000" y="540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endCxn id="78" idx="2"/>
          </p:cNvCxnSpPr>
          <p:nvPr/>
        </p:nvCxnSpPr>
        <p:spPr>
          <a:xfrm flipV="1">
            <a:off x="6012000" y="3969000"/>
            <a:ext cx="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endCxn id="77" idx="2"/>
          </p:cNvCxnSpPr>
          <p:nvPr/>
        </p:nvCxnSpPr>
        <p:spPr>
          <a:xfrm flipV="1">
            <a:off x="7092000" y="2529000"/>
            <a:ext cx="0" cy="23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V="1">
            <a:off x="8172000" y="3969000"/>
            <a:ext cx="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V="1">
            <a:off x="7092000" y="1269000"/>
            <a:ext cx="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7272000" y="378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6372000" y="378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652000" y="4869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7452000" y="5229000"/>
            <a:ext cx="72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表格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43998"/>
              </p:ext>
            </p:extLst>
          </p:nvPr>
        </p:nvGraphicFramePr>
        <p:xfrm>
          <a:off x="6552000" y="18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31121"/>
              </p:ext>
            </p:extLst>
          </p:nvPr>
        </p:nvGraphicFramePr>
        <p:xfrm>
          <a:off x="547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63926"/>
              </p:ext>
            </p:extLst>
          </p:nvPr>
        </p:nvGraphicFramePr>
        <p:xfrm>
          <a:off x="76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80" name="表格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86930"/>
              </p:ext>
            </p:extLst>
          </p:nvPr>
        </p:nvGraphicFramePr>
        <p:xfrm>
          <a:off x="6552000" y="46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81" name="直線單箭頭接點 80"/>
          <p:cNvCxnSpPr/>
          <p:nvPr/>
        </p:nvCxnSpPr>
        <p:spPr>
          <a:xfrm flipH="1">
            <a:off x="7632000" y="4869000"/>
            <a:ext cx="9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>
            <a:off x="6012000" y="5229000"/>
            <a:ext cx="72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>
            <a:off x="5652000" y="378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/>
          <p:nvPr/>
        </p:nvCxnSpPr>
        <p:spPr>
          <a:xfrm>
            <a:off x="8532000" y="378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表格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17708"/>
              </p:ext>
            </p:extLst>
          </p:nvPr>
        </p:nvGraphicFramePr>
        <p:xfrm>
          <a:off x="655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86" name="表格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65552"/>
              </p:ext>
            </p:extLst>
          </p:nvPr>
        </p:nvGraphicFramePr>
        <p:xfrm>
          <a:off x="3672000" y="198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34" name="直線接點 33"/>
          <p:cNvCxnSpPr/>
          <p:nvPr/>
        </p:nvCxnSpPr>
        <p:spPr>
          <a:xfrm>
            <a:off x="4212000" y="342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5" name="直線接點 34"/>
          <p:cNvCxnSpPr/>
          <p:nvPr/>
        </p:nvCxnSpPr>
        <p:spPr>
          <a:xfrm flipH="1">
            <a:off x="3672000" y="342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36" name="矩形 35"/>
          <p:cNvSpPr/>
          <p:nvPr/>
        </p:nvSpPr>
        <p:spPr>
          <a:xfrm>
            <a:off x="331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85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8" name="直線接點 37"/>
          <p:cNvCxnSpPr>
            <a:endCxn id="37" idx="0"/>
          </p:cNvCxnSpPr>
          <p:nvPr/>
        </p:nvCxnSpPr>
        <p:spPr>
          <a:xfrm>
            <a:off x="367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>
            <a:endCxn id="36" idx="0"/>
          </p:cNvCxnSpPr>
          <p:nvPr/>
        </p:nvCxnSpPr>
        <p:spPr>
          <a:xfrm flipH="1">
            <a:off x="340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3492000" y="396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4032000" y="324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39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93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8" name="直線接點 57"/>
          <p:cNvCxnSpPr>
            <a:endCxn id="57" idx="0"/>
          </p:cNvCxnSpPr>
          <p:nvPr/>
        </p:nvCxnSpPr>
        <p:spPr>
          <a:xfrm>
            <a:off x="475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9" name="直線接點 58"/>
          <p:cNvCxnSpPr>
            <a:endCxn id="42" idx="0"/>
          </p:cNvCxnSpPr>
          <p:nvPr/>
        </p:nvCxnSpPr>
        <p:spPr>
          <a:xfrm flipH="1">
            <a:off x="448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0" name="橢圓 59"/>
          <p:cNvSpPr/>
          <p:nvPr/>
        </p:nvSpPr>
        <p:spPr>
          <a:xfrm>
            <a:off x="4572000" y="396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338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57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372000" y="1089000"/>
            <a:ext cx="7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3969000"/>
            <a:ext cx="0" cy="126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012000" y="729000"/>
            <a:ext cx="2700000" cy="14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6192000" y="126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57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3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475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>
            <a:endCxn id="49" idx="2"/>
          </p:cNvCxnSpPr>
          <p:nvPr/>
        </p:nvCxnSpPr>
        <p:spPr>
          <a:xfrm flipV="1">
            <a:off x="6012000" y="558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1" idx="2"/>
          </p:cNvCxnSpPr>
          <p:nvPr/>
        </p:nvCxnSpPr>
        <p:spPr>
          <a:xfrm flipV="1">
            <a:off x="4932000" y="2709000"/>
            <a:ext cx="0" cy="27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6012000" y="1269000"/>
            <a:ext cx="0" cy="37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7" idx="2"/>
          </p:cNvCxnSpPr>
          <p:nvPr/>
        </p:nvCxnSpPr>
        <p:spPr>
          <a:xfrm flipV="1">
            <a:off x="7812000" y="4149000"/>
            <a:ext cx="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216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552000" y="5589000"/>
            <a:ext cx="216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552000" y="5229000"/>
            <a:ext cx="162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>
            <a:off x="6192000" y="2529000"/>
            <a:ext cx="540000" cy="23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292000" y="2529000"/>
            <a:ext cx="540000" cy="23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572000" y="2529000"/>
            <a:ext cx="1080000" cy="23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6372000" y="5409000"/>
            <a:ext cx="144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6372000" y="396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0061"/>
              </p:ext>
            </p:extLst>
          </p:nvPr>
        </p:nvGraphicFramePr>
        <p:xfrm>
          <a:off x="54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58053"/>
              </p:ext>
            </p:extLst>
          </p:nvPr>
        </p:nvGraphicFramePr>
        <p:xfrm>
          <a:off x="439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254401"/>
              </p:ext>
            </p:extLst>
          </p:nvPr>
        </p:nvGraphicFramePr>
        <p:xfrm>
          <a:off x="655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34032"/>
              </p:ext>
            </p:extLst>
          </p:nvPr>
        </p:nvGraphicFramePr>
        <p:xfrm>
          <a:off x="7272000" y="342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315581"/>
              </p:ext>
            </p:extLst>
          </p:nvPr>
        </p:nvGraphicFramePr>
        <p:xfrm>
          <a:off x="547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>
            <a:endCxn id="47" idx="0"/>
          </p:cNvCxnSpPr>
          <p:nvPr/>
        </p:nvCxnSpPr>
        <p:spPr>
          <a:xfrm>
            <a:off x="7452000" y="252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2709000"/>
            <a:ext cx="72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4932000" y="5409000"/>
            <a:ext cx="72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21035"/>
              </p:ext>
            </p:extLst>
          </p:nvPr>
        </p:nvGraphicFramePr>
        <p:xfrm>
          <a:off x="1332000" y="558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6" name="標題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4 Nodes</a:t>
            </a:r>
            <a:endParaRPr lang="zh-TW" altLang="en-US" dirty="0"/>
          </a:p>
        </p:txBody>
      </p:sp>
      <p:cxnSp>
        <p:nvCxnSpPr>
          <p:cNvPr id="39" name="直線接點 38"/>
          <p:cNvCxnSpPr/>
          <p:nvPr/>
        </p:nvCxnSpPr>
        <p:spPr>
          <a:xfrm>
            <a:off x="2412000" y="252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4" name="直線接點 43"/>
          <p:cNvCxnSpPr/>
          <p:nvPr/>
        </p:nvCxnSpPr>
        <p:spPr>
          <a:xfrm flipH="1">
            <a:off x="1872000" y="252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5" name="矩形 44"/>
          <p:cNvSpPr/>
          <p:nvPr/>
        </p:nvSpPr>
        <p:spPr>
          <a:xfrm>
            <a:off x="295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92000" y="48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8" name="直線接點 47"/>
          <p:cNvCxnSpPr/>
          <p:nvPr/>
        </p:nvCxnSpPr>
        <p:spPr>
          <a:xfrm>
            <a:off x="2952000" y="324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0" name="直線接點 49"/>
          <p:cNvCxnSpPr>
            <a:endCxn id="46" idx="0"/>
          </p:cNvCxnSpPr>
          <p:nvPr/>
        </p:nvCxnSpPr>
        <p:spPr>
          <a:xfrm>
            <a:off x="331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直線接點 50"/>
          <p:cNvCxnSpPr>
            <a:endCxn id="59" idx="0"/>
          </p:cNvCxnSpPr>
          <p:nvPr/>
        </p:nvCxnSpPr>
        <p:spPr>
          <a:xfrm flipH="1">
            <a:off x="2682000" y="32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>
            <a:endCxn id="45" idx="0"/>
          </p:cNvCxnSpPr>
          <p:nvPr/>
        </p:nvCxnSpPr>
        <p:spPr>
          <a:xfrm flipH="1">
            <a:off x="3042000" y="41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5" name="橢圓 54"/>
          <p:cNvSpPr/>
          <p:nvPr/>
        </p:nvSpPr>
        <p:spPr>
          <a:xfrm>
            <a:off x="2772000" y="306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3132000" y="396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592000" y="39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512000" y="39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052000" y="396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6" name="直線接點 75"/>
          <p:cNvCxnSpPr>
            <a:endCxn id="71" idx="0"/>
          </p:cNvCxnSpPr>
          <p:nvPr/>
        </p:nvCxnSpPr>
        <p:spPr>
          <a:xfrm>
            <a:off x="1872000" y="32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9" name="直線接點 78"/>
          <p:cNvCxnSpPr>
            <a:endCxn id="60" idx="0"/>
          </p:cNvCxnSpPr>
          <p:nvPr/>
        </p:nvCxnSpPr>
        <p:spPr>
          <a:xfrm flipH="1">
            <a:off x="1602000" y="324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1" name="橢圓 80"/>
          <p:cNvSpPr/>
          <p:nvPr/>
        </p:nvSpPr>
        <p:spPr>
          <a:xfrm>
            <a:off x="1692000" y="306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2232000" y="234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95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21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012000" y="108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37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3789000"/>
            <a:ext cx="0" cy="14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5652000" y="729000"/>
            <a:ext cx="3060000" cy="14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83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21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47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439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5651534" y="5589000"/>
            <a:ext cx="466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endCxn id="41" idx="2"/>
          </p:cNvCxnSpPr>
          <p:nvPr/>
        </p:nvCxnSpPr>
        <p:spPr>
          <a:xfrm flipV="1">
            <a:off x="4212000" y="2709000"/>
            <a:ext cx="0" cy="27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652000" y="1269000"/>
            <a:ext cx="0" cy="37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7" idx="2"/>
          </p:cNvCxnSpPr>
          <p:nvPr/>
        </p:nvCxnSpPr>
        <p:spPr>
          <a:xfrm flipV="1">
            <a:off x="7812000" y="3969000"/>
            <a:ext cx="0" cy="14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216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192000" y="5589000"/>
            <a:ext cx="252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192000" y="522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>
            <a:off x="5832000" y="3789000"/>
            <a:ext cx="18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572000" y="2529000"/>
            <a:ext cx="900000" cy="23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012000" y="3789000"/>
            <a:ext cx="72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3852000" y="2529000"/>
            <a:ext cx="1440000" cy="23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6012000" y="5409000"/>
            <a:ext cx="180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6192000" y="3789000"/>
            <a:ext cx="126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37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41180"/>
              </p:ext>
            </p:extLst>
          </p:nvPr>
        </p:nvGraphicFramePr>
        <p:xfrm>
          <a:off x="511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27342"/>
              </p:ext>
            </p:extLst>
          </p:nvPr>
        </p:nvGraphicFramePr>
        <p:xfrm>
          <a:off x="367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12857"/>
              </p:ext>
            </p:extLst>
          </p:nvPr>
        </p:nvGraphicFramePr>
        <p:xfrm>
          <a:off x="655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236207"/>
              </p:ext>
            </p:extLst>
          </p:nvPr>
        </p:nvGraphicFramePr>
        <p:xfrm>
          <a:off x="727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760724"/>
              </p:ext>
            </p:extLst>
          </p:nvPr>
        </p:nvGraphicFramePr>
        <p:xfrm>
          <a:off x="511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45073"/>
              </p:ext>
            </p:extLst>
          </p:nvPr>
        </p:nvGraphicFramePr>
        <p:xfrm>
          <a:off x="58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2" name="直線單箭頭接點 51"/>
          <p:cNvCxnSpPr/>
          <p:nvPr/>
        </p:nvCxnSpPr>
        <p:spPr>
          <a:xfrm>
            <a:off x="745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4212000" y="5409000"/>
            <a:ext cx="108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46243"/>
              </p:ext>
            </p:extLst>
          </p:nvPr>
        </p:nvGraphicFramePr>
        <p:xfrm>
          <a:off x="61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6" name="標題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5 Nodes</a:t>
            </a:r>
            <a:endParaRPr lang="zh-TW" altLang="en-US" dirty="0"/>
          </a:p>
        </p:txBody>
      </p:sp>
      <p:cxnSp>
        <p:nvCxnSpPr>
          <p:cNvPr id="48" name="直線接點 47"/>
          <p:cNvCxnSpPr/>
          <p:nvPr/>
        </p:nvCxnSpPr>
        <p:spPr>
          <a:xfrm flipH="1">
            <a:off x="1152000" y="3969000"/>
            <a:ext cx="72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0" name="直線接點 49"/>
          <p:cNvCxnSpPr/>
          <p:nvPr/>
        </p:nvCxnSpPr>
        <p:spPr>
          <a:xfrm>
            <a:off x="1872000" y="396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橢圓 50"/>
          <p:cNvSpPr/>
          <p:nvPr/>
        </p:nvSpPr>
        <p:spPr>
          <a:xfrm>
            <a:off x="1692000" y="37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4" name="直線接點 53"/>
          <p:cNvCxnSpPr/>
          <p:nvPr/>
        </p:nvCxnSpPr>
        <p:spPr>
          <a:xfrm>
            <a:off x="2592000" y="46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052000" y="46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2412000" y="450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77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31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9" name="直線接點 78"/>
          <p:cNvCxnSpPr>
            <a:endCxn id="71" idx="0"/>
          </p:cNvCxnSpPr>
          <p:nvPr/>
        </p:nvCxnSpPr>
        <p:spPr>
          <a:xfrm>
            <a:off x="313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1" name="直線接點 80"/>
          <p:cNvCxnSpPr>
            <a:endCxn id="59" idx="0"/>
          </p:cNvCxnSpPr>
          <p:nvPr/>
        </p:nvCxnSpPr>
        <p:spPr>
          <a:xfrm flipH="1">
            <a:off x="286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2" name="橢圓 81"/>
          <p:cNvSpPr/>
          <p:nvPr/>
        </p:nvSpPr>
        <p:spPr>
          <a:xfrm>
            <a:off x="295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69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23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>
            <a:endCxn id="88" idx="0"/>
          </p:cNvCxnSpPr>
          <p:nvPr/>
        </p:nvCxnSpPr>
        <p:spPr>
          <a:xfrm>
            <a:off x="205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1" name="直線接點 90"/>
          <p:cNvCxnSpPr>
            <a:endCxn id="86" idx="0"/>
          </p:cNvCxnSpPr>
          <p:nvPr/>
        </p:nvCxnSpPr>
        <p:spPr>
          <a:xfrm flipH="1">
            <a:off x="178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2" name="橢圓 91"/>
          <p:cNvSpPr/>
          <p:nvPr/>
        </p:nvSpPr>
        <p:spPr>
          <a:xfrm>
            <a:off x="187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92000" y="54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1332000" y="54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5" name="直線接點 94"/>
          <p:cNvCxnSpPr>
            <a:endCxn id="94" idx="0"/>
          </p:cNvCxnSpPr>
          <p:nvPr/>
        </p:nvCxnSpPr>
        <p:spPr>
          <a:xfrm>
            <a:off x="1152000" y="46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>
            <a:endCxn id="93" idx="0"/>
          </p:cNvCxnSpPr>
          <p:nvPr/>
        </p:nvCxnSpPr>
        <p:spPr>
          <a:xfrm flipH="1">
            <a:off x="882000" y="46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7" name="橢圓 96"/>
          <p:cNvSpPr/>
          <p:nvPr/>
        </p:nvSpPr>
        <p:spPr>
          <a:xfrm>
            <a:off x="972000" y="450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253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367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5472000" y="108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7632000" y="37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583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352000" y="504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5112000" y="729000"/>
            <a:ext cx="3780000" cy="19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29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367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277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169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>
            <a:endCxn id="49" idx="1"/>
          </p:cNvCxnSpPr>
          <p:nvPr/>
        </p:nvCxnSpPr>
        <p:spPr>
          <a:xfrm>
            <a:off x="2952000" y="6129000"/>
            <a:ext cx="16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672000" y="2709000"/>
            <a:ext cx="0" cy="36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112000" y="1269000"/>
            <a:ext cx="0" cy="46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7992000" y="522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892000" y="2709000"/>
            <a:ext cx="0" cy="37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5652000" y="6489000"/>
            <a:ext cx="324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5652000" y="6129000"/>
            <a:ext cx="27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H="1">
            <a:off x="5292000" y="3789000"/>
            <a:ext cx="18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4032000" y="2529000"/>
            <a:ext cx="900000" cy="32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5472000" y="3789000"/>
            <a:ext cx="72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3312000" y="2529000"/>
            <a:ext cx="1440000" cy="32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>
            <a:off x="5472000" y="6309000"/>
            <a:ext cx="252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5652000" y="3789000"/>
            <a:ext cx="126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 flipV="1">
            <a:off x="7272000" y="39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583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787394"/>
              </p:ext>
            </p:extLst>
          </p:nvPr>
        </p:nvGraphicFramePr>
        <p:xfrm>
          <a:off x="45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00047"/>
              </p:ext>
            </p:extLst>
          </p:nvPr>
        </p:nvGraphicFramePr>
        <p:xfrm>
          <a:off x="313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179289"/>
              </p:ext>
            </p:extLst>
          </p:nvPr>
        </p:nvGraphicFramePr>
        <p:xfrm>
          <a:off x="67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09172"/>
              </p:ext>
            </p:extLst>
          </p:nvPr>
        </p:nvGraphicFramePr>
        <p:xfrm>
          <a:off x="7452000" y="45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531270"/>
              </p:ext>
            </p:extLst>
          </p:nvPr>
        </p:nvGraphicFramePr>
        <p:xfrm>
          <a:off x="529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9197"/>
              </p:ext>
            </p:extLst>
          </p:nvPr>
        </p:nvGraphicFramePr>
        <p:xfrm>
          <a:off x="4572000" y="57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22037"/>
              </p:ext>
            </p:extLst>
          </p:nvPr>
        </p:nvGraphicFramePr>
        <p:xfrm>
          <a:off x="601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5652000" y="5049000"/>
            <a:ext cx="19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691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655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3672000" y="6309000"/>
            <a:ext cx="108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864131"/>
              </p:ext>
            </p:extLst>
          </p:nvPr>
        </p:nvGraphicFramePr>
        <p:xfrm>
          <a:off x="6552000" y="5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56" name="標題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6 Nodes</a:t>
            </a:r>
            <a:endParaRPr lang="zh-TW" altLang="en-US" dirty="0"/>
          </a:p>
        </p:txBody>
      </p:sp>
      <p:cxnSp>
        <p:nvCxnSpPr>
          <p:cNvPr id="113" name="直線接點 112"/>
          <p:cNvCxnSpPr/>
          <p:nvPr/>
        </p:nvCxnSpPr>
        <p:spPr>
          <a:xfrm flipH="1">
            <a:off x="612000" y="2169000"/>
            <a:ext cx="72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4" name="直線接點 113"/>
          <p:cNvCxnSpPr/>
          <p:nvPr/>
        </p:nvCxnSpPr>
        <p:spPr>
          <a:xfrm>
            <a:off x="1332000" y="216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5" name="橢圓 114"/>
          <p:cNvSpPr/>
          <p:nvPr/>
        </p:nvSpPr>
        <p:spPr>
          <a:xfrm>
            <a:off x="1152000" y="19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6" name="直線接點 115"/>
          <p:cNvCxnSpPr/>
          <p:nvPr/>
        </p:nvCxnSpPr>
        <p:spPr>
          <a:xfrm>
            <a:off x="2052000" y="28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直線接點 116"/>
          <p:cNvCxnSpPr/>
          <p:nvPr/>
        </p:nvCxnSpPr>
        <p:spPr>
          <a:xfrm flipH="1">
            <a:off x="1512000" y="28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1872000" y="27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592000" y="52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3132000" y="52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21" name="直線接點 120"/>
          <p:cNvCxnSpPr/>
          <p:nvPr/>
        </p:nvCxnSpPr>
        <p:spPr>
          <a:xfrm>
            <a:off x="2592000" y="360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22" name="直線接點 121"/>
          <p:cNvCxnSpPr>
            <a:endCxn id="120" idx="0"/>
          </p:cNvCxnSpPr>
          <p:nvPr/>
        </p:nvCxnSpPr>
        <p:spPr>
          <a:xfrm>
            <a:off x="2952000" y="45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3" name="直線接點 122"/>
          <p:cNvCxnSpPr>
            <a:endCxn id="127" idx="0"/>
          </p:cNvCxnSpPr>
          <p:nvPr/>
        </p:nvCxnSpPr>
        <p:spPr>
          <a:xfrm flipH="1">
            <a:off x="2322000" y="36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4" name="直線接點 123"/>
          <p:cNvCxnSpPr>
            <a:endCxn id="119" idx="0"/>
          </p:cNvCxnSpPr>
          <p:nvPr/>
        </p:nvCxnSpPr>
        <p:spPr>
          <a:xfrm flipH="1">
            <a:off x="2682000" y="45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25" name="橢圓 124"/>
          <p:cNvSpPr/>
          <p:nvPr/>
        </p:nvSpPr>
        <p:spPr>
          <a:xfrm>
            <a:off x="2412000" y="342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6" name="橢圓 125"/>
          <p:cNvSpPr/>
          <p:nvPr/>
        </p:nvSpPr>
        <p:spPr>
          <a:xfrm>
            <a:off x="2772000" y="43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232000" y="43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152000" y="43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1692000" y="43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0" name="直線接點 129"/>
          <p:cNvCxnSpPr>
            <a:endCxn id="129" idx="0"/>
          </p:cNvCxnSpPr>
          <p:nvPr/>
        </p:nvCxnSpPr>
        <p:spPr>
          <a:xfrm>
            <a:off x="1512000" y="36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1" name="直線接點 130"/>
          <p:cNvCxnSpPr>
            <a:endCxn id="128" idx="0"/>
          </p:cNvCxnSpPr>
          <p:nvPr/>
        </p:nvCxnSpPr>
        <p:spPr>
          <a:xfrm flipH="1">
            <a:off x="1242000" y="36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2" name="橢圓 131"/>
          <p:cNvSpPr/>
          <p:nvPr/>
        </p:nvSpPr>
        <p:spPr>
          <a:xfrm>
            <a:off x="1332000" y="342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25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792000" y="36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5" name="直線接點 134"/>
          <p:cNvCxnSpPr>
            <a:endCxn id="134" idx="0"/>
          </p:cNvCxnSpPr>
          <p:nvPr/>
        </p:nvCxnSpPr>
        <p:spPr>
          <a:xfrm>
            <a:off x="61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6" name="直線接點 135"/>
          <p:cNvCxnSpPr>
            <a:endCxn id="133" idx="0"/>
          </p:cNvCxnSpPr>
          <p:nvPr/>
        </p:nvCxnSpPr>
        <p:spPr>
          <a:xfrm flipH="1">
            <a:off x="342000" y="28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7" name="橢圓 136"/>
          <p:cNvSpPr/>
          <p:nvPr/>
        </p:nvSpPr>
        <p:spPr>
          <a:xfrm>
            <a:off x="432000" y="2709000"/>
            <a:ext cx="360000" cy="3600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726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3" name="直線接點 2"/>
          <p:cNvCxnSpPr>
            <a:endCxn id="7" idx="0"/>
          </p:cNvCxnSpPr>
          <p:nvPr/>
        </p:nvCxnSpPr>
        <p:spPr>
          <a:xfrm>
            <a:off x="2591986" y="3069004"/>
            <a:ext cx="359995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" name="直線接點 3"/>
          <p:cNvCxnSpPr>
            <a:endCxn id="6" idx="0"/>
          </p:cNvCxnSpPr>
          <p:nvPr/>
        </p:nvCxnSpPr>
        <p:spPr>
          <a:xfrm flipH="1">
            <a:off x="2231981" y="3069004"/>
            <a:ext cx="360005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" name="矩形 5"/>
          <p:cNvSpPr/>
          <p:nvPr/>
        </p:nvSpPr>
        <p:spPr>
          <a:xfrm>
            <a:off x="2141981" y="378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61981" y="378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81981" y="450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1981" y="450901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接點 9"/>
          <p:cNvCxnSpPr>
            <a:endCxn id="9" idx="0"/>
          </p:cNvCxnSpPr>
          <p:nvPr/>
        </p:nvCxnSpPr>
        <p:spPr>
          <a:xfrm>
            <a:off x="4932004" y="3789004"/>
            <a:ext cx="359977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>
            <a:endCxn id="8" idx="0"/>
          </p:cNvCxnSpPr>
          <p:nvPr/>
        </p:nvCxnSpPr>
        <p:spPr>
          <a:xfrm flipH="1">
            <a:off x="4571981" y="3789004"/>
            <a:ext cx="360023" cy="72000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2" name="矩形 11"/>
          <p:cNvSpPr/>
          <p:nvPr/>
        </p:nvSpPr>
        <p:spPr>
          <a:xfrm>
            <a:off x="7002011" y="540902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722011" y="5409022"/>
            <a:ext cx="180000" cy="180000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>
            <a:endCxn id="13" idx="0"/>
          </p:cNvCxnSpPr>
          <p:nvPr/>
        </p:nvCxnSpPr>
        <p:spPr>
          <a:xfrm>
            <a:off x="7452000" y="468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>
            <a:endCxn id="12" idx="0"/>
          </p:cNvCxnSpPr>
          <p:nvPr/>
        </p:nvCxnSpPr>
        <p:spPr>
          <a:xfrm flipH="1">
            <a:off x="7092000" y="468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2412000" y="288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2" name="直線接點 21"/>
          <p:cNvCxnSpPr/>
          <p:nvPr/>
        </p:nvCxnSpPr>
        <p:spPr>
          <a:xfrm>
            <a:off x="4212000" y="2169000"/>
            <a:ext cx="162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3" name="直線接點 22"/>
          <p:cNvCxnSpPr/>
          <p:nvPr/>
        </p:nvCxnSpPr>
        <p:spPr>
          <a:xfrm flipH="1">
            <a:off x="2592000" y="2169000"/>
            <a:ext cx="162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4" name="橢圓 23"/>
          <p:cNvSpPr/>
          <p:nvPr/>
        </p:nvSpPr>
        <p:spPr>
          <a:xfrm>
            <a:off x="4032000" y="198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13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5" name="直線接點 24"/>
          <p:cNvCxnSpPr/>
          <p:nvPr/>
        </p:nvCxnSpPr>
        <p:spPr>
          <a:xfrm>
            <a:off x="5832000" y="3069000"/>
            <a:ext cx="90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" name="直線接點 25"/>
          <p:cNvCxnSpPr/>
          <p:nvPr/>
        </p:nvCxnSpPr>
        <p:spPr>
          <a:xfrm flipH="1">
            <a:off x="4932000" y="3069000"/>
            <a:ext cx="90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" name="橢圓 26"/>
          <p:cNvSpPr/>
          <p:nvPr/>
        </p:nvSpPr>
        <p:spPr>
          <a:xfrm>
            <a:off x="5652000" y="288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4752000" y="36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0" name="直線接點 29"/>
          <p:cNvCxnSpPr/>
          <p:nvPr/>
        </p:nvCxnSpPr>
        <p:spPr>
          <a:xfrm>
            <a:off x="6732000" y="3789000"/>
            <a:ext cx="72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2" name="橢圓 31"/>
          <p:cNvSpPr/>
          <p:nvPr/>
        </p:nvSpPr>
        <p:spPr>
          <a:xfrm>
            <a:off x="6552000" y="36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27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725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直線接點 125"/>
          <p:cNvCxnSpPr/>
          <p:nvPr/>
        </p:nvCxnSpPr>
        <p:spPr>
          <a:xfrm>
            <a:off x="1152000" y="46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27" name="直線接點 126"/>
          <p:cNvCxnSpPr/>
          <p:nvPr/>
        </p:nvCxnSpPr>
        <p:spPr>
          <a:xfrm flipH="1">
            <a:off x="612000" y="46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47" name="矩形 146"/>
          <p:cNvSpPr/>
          <p:nvPr/>
        </p:nvSpPr>
        <p:spPr>
          <a:xfrm>
            <a:off x="25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9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9" name="直線接點 148"/>
          <p:cNvCxnSpPr>
            <a:endCxn id="148" idx="0"/>
          </p:cNvCxnSpPr>
          <p:nvPr/>
        </p:nvCxnSpPr>
        <p:spPr>
          <a:xfrm>
            <a:off x="61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0" name="直線接點 149"/>
          <p:cNvCxnSpPr>
            <a:endCxn id="147" idx="0"/>
          </p:cNvCxnSpPr>
          <p:nvPr/>
        </p:nvCxnSpPr>
        <p:spPr>
          <a:xfrm flipH="1">
            <a:off x="34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1" name="橢圓 150"/>
          <p:cNvSpPr/>
          <p:nvPr/>
        </p:nvSpPr>
        <p:spPr>
          <a:xfrm>
            <a:off x="43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133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187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55" name="直線接點 154"/>
          <p:cNvCxnSpPr>
            <a:endCxn id="154" idx="0"/>
          </p:cNvCxnSpPr>
          <p:nvPr/>
        </p:nvCxnSpPr>
        <p:spPr>
          <a:xfrm>
            <a:off x="169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6" name="直線接點 155"/>
          <p:cNvCxnSpPr>
            <a:endCxn id="153" idx="0"/>
          </p:cNvCxnSpPr>
          <p:nvPr/>
        </p:nvCxnSpPr>
        <p:spPr>
          <a:xfrm flipH="1">
            <a:off x="142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57" name="橢圓 156"/>
          <p:cNvSpPr/>
          <p:nvPr/>
        </p:nvSpPr>
        <p:spPr>
          <a:xfrm>
            <a:off x="151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7812000" y="25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7272000" y="288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0" name="直線接點 159"/>
          <p:cNvCxnSpPr/>
          <p:nvPr/>
        </p:nvCxnSpPr>
        <p:spPr>
          <a:xfrm flipH="1">
            <a:off x="7632000" y="909000"/>
            <a:ext cx="360000" cy="90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61" name="直線接點 160"/>
          <p:cNvCxnSpPr>
            <a:endCxn id="159" idx="0"/>
          </p:cNvCxnSpPr>
          <p:nvPr/>
        </p:nvCxnSpPr>
        <p:spPr>
          <a:xfrm flipH="1">
            <a:off x="7362000" y="216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2" name="直線接點 161"/>
          <p:cNvCxnSpPr>
            <a:endCxn id="158" idx="0"/>
          </p:cNvCxnSpPr>
          <p:nvPr/>
        </p:nvCxnSpPr>
        <p:spPr>
          <a:xfrm>
            <a:off x="7632000" y="18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3" name="直線接點 162"/>
          <p:cNvCxnSpPr>
            <a:endCxn id="166" idx="0"/>
          </p:cNvCxnSpPr>
          <p:nvPr/>
        </p:nvCxnSpPr>
        <p:spPr>
          <a:xfrm>
            <a:off x="7992000" y="9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4" name="橢圓 163"/>
          <p:cNvSpPr/>
          <p:nvPr/>
        </p:nvSpPr>
        <p:spPr>
          <a:xfrm>
            <a:off x="7812000" y="72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5" name="橢圓 164"/>
          <p:cNvSpPr/>
          <p:nvPr/>
        </p:nvSpPr>
        <p:spPr>
          <a:xfrm>
            <a:off x="7452000" y="16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8172000" y="16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7" name="直線接點 166"/>
          <p:cNvCxnSpPr/>
          <p:nvPr/>
        </p:nvCxnSpPr>
        <p:spPr>
          <a:xfrm>
            <a:off x="3312000" y="468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68" name="直線接點 167"/>
          <p:cNvCxnSpPr/>
          <p:nvPr/>
        </p:nvCxnSpPr>
        <p:spPr>
          <a:xfrm flipH="1">
            <a:off x="2772000" y="468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69" name="矩形 168"/>
          <p:cNvSpPr/>
          <p:nvPr/>
        </p:nvSpPr>
        <p:spPr>
          <a:xfrm>
            <a:off x="241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295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1" name="直線接點 170"/>
          <p:cNvCxnSpPr>
            <a:endCxn id="170" idx="0"/>
          </p:cNvCxnSpPr>
          <p:nvPr/>
        </p:nvCxnSpPr>
        <p:spPr>
          <a:xfrm>
            <a:off x="277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2" name="直線接點 171"/>
          <p:cNvCxnSpPr>
            <a:endCxn id="169" idx="0"/>
          </p:cNvCxnSpPr>
          <p:nvPr/>
        </p:nvCxnSpPr>
        <p:spPr>
          <a:xfrm flipH="1">
            <a:off x="250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73" name="橢圓 172"/>
          <p:cNvSpPr/>
          <p:nvPr/>
        </p:nvSpPr>
        <p:spPr>
          <a:xfrm>
            <a:off x="259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349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032000" y="612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7" name="直線接點 176"/>
          <p:cNvCxnSpPr>
            <a:endCxn id="176" idx="0"/>
          </p:cNvCxnSpPr>
          <p:nvPr/>
        </p:nvCxnSpPr>
        <p:spPr>
          <a:xfrm>
            <a:off x="385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8" name="直線接點 177"/>
          <p:cNvCxnSpPr>
            <a:endCxn id="175" idx="0"/>
          </p:cNvCxnSpPr>
          <p:nvPr/>
        </p:nvCxnSpPr>
        <p:spPr>
          <a:xfrm flipH="1">
            <a:off x="3582000" y="540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79" name="橢圓 178"/>
          <p:cNvSpPr/>
          <p:nvPr/>
        </p:nvSpPr>
        <p:spPr>
          <a:xfrm>
            <a:off x="3672000" y="522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83" name="直線接點 182"/>
          <p:cNvCxnSpPr/>
          <p:nvPr/>
        </p:nvCxnSpPr>
        <p:spPr>
          <a:xfrm>
            <a:off x="2232000" y="378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4" name="直線接點 183"/>
          <p:cNvCxnSpPr/>
          <p:nvPr/>
        </p:nvCxnSpPr>
        <p:spPr>
          <a:xfrm flipH="1">
            <a:off x="1152000" y="378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85" name="橢圓 184"/>
          <p:cNvSpPr/>
          <p:nvPr/>
        </p:nvSpPr>
        <p:spPr>
          <a:xfrm>
            <a:off x="2052000" y="360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4" name="橢圓 173"/>
          <p:cNvSpPr/>
          <p:nvPr/>
        </p:nvSpPr>
        <p:spPr>
          <a:xfrm>
            <a:off x="313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2" name="橢圓 151"/>
          <p:cNvSpPr/>
          <p:nvPr/>
        </p:nvSpPr>
        <p:spPr>
          <a:xfrm>
            <a:off x="97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585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572000" y="108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372000" y="108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492000" y="3789000"/>
            <a:ext cx="0" cy="54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93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73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532000" y="378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6012000" y="36900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619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572000" y="126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32000" y="55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6372000" y="558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6012000" y="522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852000" y="3969000"/>
            <a:ext cx="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6012000" y="126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39" idx="2"/>
          </p:cNvCxnSpPr>
          <p:nvPr/>
        </p:nvCxnSpPr>
        <p:spPr>
          <a:xfrm flipV="1">
            <a:off x="8172000" y="396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6012000" y="369000"/>
            <a:ext cx="288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892000" y="369000"/>
            <a:ext cx="0" cy="450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552000" y="4869000"/>
            <a:ext cx="234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552000" y="468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3492000" y="4329000"/>
            <a:ext cx="1980000" cy="3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652000" y="3789000"/>
            <a:ext cx="18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3852000" y="252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372000" y="3789000"/>
            <a:ext cx="72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932000" y="3789000"/>
            <a:ext cx="72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6372000" y="5049000"/>
            <a:ext cx="1800000" cy="2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>
            <a:off x="4212000" y="3789000"/>
            <a:ext cx="12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6192000" y="3789000"/>
            <a:ext cx="18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41" idx="2"/>
          </p:cNvCxnSpPr>
          <p:nvPr/>
        </p:nvCxnSpPr>
        <p:spPr>
          <a:xfrm flipV="1">
            <a:off x="385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41" idx="2"/>
          </p:cNvCxnSpPr>
          <p:nvPr/>
        </p:nvCxnSpPr>
        <p:spPr>
          <a:xfrm flipH="1" flipV="1">
            <a:off x="457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73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45167"/>
              </p:ext>
            </p:extLst>
          </p:nvPr>
        </p:nvGraphicFramePr>
        <p:xfrm>
          <a:off x="54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57413"/>
              </p:ext>
            </p:extLst>
          </p:nvPr>
        </p:nvGraphicFramePr>
        <p:xfrm>
          <a:off x="403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0093"/>
              </p:ext>
            </p:extLst>
          </p:nvPr>
        </p:nvGraphicFramePr>
        <p:xfrm>
          <a:off x="6912000" y="198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09113"/>
              </p:ext>
            </p:extLst>
          </p:nvPr>
        </p:nvGraphicFramePr>
        <p:xfrm>
          <a:off x="331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639804"/>
              </p:ext>
            </p:extLst>
          </p:nvPr>
        </p:nvGraphicFramePr>
        <p:xfrm>
          <a:off x="475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778923"/>
              </p:ext>
            </p:extLst>
          </p:nvPr>
        </p:nvGraphicFramePr>
        <p:xfrm>
          <a:off x="619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27978"/>
              </p:ext>
            </p:extLst>
          </p:nvPr>
        </p:nvGraphicFramePr>
        <p:xfrm>
          <a:off x="5472000" y="45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014980"/>
              </p:ext>
            </p:extLst>
          </p:nvPr>
        </p:nvGraphicFramePr>
        <p:xfrm>
          <a:off x="7632000" y="32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6552000" y="3789000"/>
            <a:ext cx="12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812000" y="252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452000" y="270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 flipV="1">
            <a:off x="3852000" y="4689000"/>
            <a:ext cx="1800000" cy="3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59030"/>
              </p:ext>
            </p:extLst>
          </p:nvPr>
        </p:nvGraphicFramePr>
        <p:xfrm>
          <a:off x="43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7 Nodes</a:t>
            </a:r>
            <a:endParaRPr lang="zh-TW" altLang="en-US" dirty="0"/>
          </a:p>
        </p:txBody>
      </p:sp>
      <p:cxnSp>
        <p:nvCxnSpPr>
          <p:cNvPr id="125" name="直線接點 124"/>
          <p:cNvCxnSpPr/>
          <p:nvPr/>
        </p:nvCxnSpPr>
        <p:spPr>
          <a:xfrm>
            <a:off x="1152000" y="486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26" name="直線接點 125"/>
          <p:cNvCxnSpPr/>
          <p:nvPr/>
        </p:nvCxnSpPr>
        <p:spPr>
          <a:xfrm flipH="1">
            <a:off x="612000" y="486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27" name="矩形 126"/>
          <p:cNvSpPr/>
          <p:nvPr/>
        </p:nvSpPr>
        <p:spPr>
          <a:xfrm>
            <a:off x="25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9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29" name="直線接點 128"/>
          <p:cNvCxnSpPr>
            <a:endCxn id="128" idx="0"/>
          </p:cNvCxnSpPr>
          <p:nvPr/>
        </p:nvCxnSpPr>
        <p:spPr>
          <a:xfrm>
            <a:off x="61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0" name="直線接點 129"/>
          <p:cNvCxnSpPr>
            <a:endCxn id="127" idx="0"/>
          </p:cNvCxnSpPr>
          <p:nvPr/>
        </p:nvCxnSpPr>
        <p:spPr>
          <a:xfrm flipH="1">
            <a:off x="34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1" name="橢圓 130"/>
          <p:cNvSpPr/>
          <p:nvPr/>
        </p:nvSpPr>
        <p:spPr>
          <a:xfrm>
            <a:off x="43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33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87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4" name="直線接點 133"/>
          <p:cNvCxnSpPr>
            <a:endCxn id="133" idx="0"/>
          </p:cNvCxnSpPr>
          <p:nvPr/>
        </p:nvCxnSpPr>
        <p:spPr>
          <a:xfrm>
            <a:off x="169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5" name="直線接點 134"/>
          <p:cNvCxnSpPr>
            <a:endCxn id="132" idx="0"/>
          </p:cNvCxnSpPr>
          <p:nvPr/>
        </p:nvCxnSpPr>
        <p:spPr>
          <a:xfrm flipH="1">
            <a:off x="142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6" name="橢圓 135"/>
          <p:cNvSpPr/>
          <p:nvPr/>
        </p:nvSpPr>
        <p:spPr>
          <a:xfrm>
            <a:off x="151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7" name="直線接點 136"/>
          <p:cNvCxnSpPr/>
          <p:nvPr/>
        </p:nvCxnSpPr>
        <p:spPr>
          <a:xfrm>
            <a:off x="3312000" y="4869000"/>
            <a:ext cx="540000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38" name="直線接點 137"/>
          <p:cNvCxnSpPr/>
          <p:nvPr/>
        </p:nvCxnSpPr>
        <p:spPr>
          <a:xfrm flipH="1">
            <a:off x="2772000" y="4869000"/>
            <a:ext cx="540002" cy="72000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39" name="矩形 138"/>
          <p:cNvSpPr/>
          <p:nvPr/>
        </p:nvSpPr>
        <p:spPr>
          <a:xfrm>
            <a:off x="241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95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1" name="直線接點 140"/>
          <p:cNvCxnSpPr>
            <a:endCxn id="140" idx="0"/>
          </p:cNvCxnSpPr>
          <p:nvPr/>
        </p:nvCxnSpPr>
        <p:spPr>
          <a:xfrm>
            <a:off x="277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2" name="直線接點 141"/>
          <p:cNvCxnSpPr>
            <a:endCxn id="139" idx="0"/>
          </p:cNvCxnSpPr>
          <p:nvPr/>
        </p:nvCxnSpPr>
        <p:spPr>
          <a:xfrm flipH="1">
            <a:off x="250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43" name="橢圓 142"/>
          <p:cNvSpPr/>
          <p:nvPr/>
        </p:nvSpPr>
        <p:spPr>
          <a:xfrm>
            <a:off x="259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349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032000" y="6309000"/>
            <a:ext cx="180000" cy="1800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6" name="直線接點 145"/>
          <p:cNvCxnSpPr>
            <a:endCxn id="145" idx="0"/>
          </p:cNvCxnSpPr>
          <p:nvPr/>
        </p:nvCxnSpPr>
        <p:spPr>
          <a:xfrm>
            <a:off x="385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7" name="直線接點 146"/>
          <p:cNvCxnSpPr>
            <a:endCxn id="144" idx="0"/>
          </p:cNvCxnSpPr>
          <p:nvPr/>
        </p:nvCxnSpPr>
        <p:spPr>
          <a:xfrm flipH="1">
            <a:off x="3582000" y="5589000"/>
            <a:ext cx="27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48" name="橢圓 147"/>
          <p:cNvSpPr/>
          <p:nvPr/>
        </p:nvSpPr>
        <p:spPr>
          <a:xfrm>
            <a:off x="3672000" y="5409000"/>
            <a:ext cx="360000" cy="360000"/>
          </a:xfrm>
          <a:prstGeom prst="ellipse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49" name="直線接點 148"/>
          <p:cNvCxnSpPr/>
          <p:nvPr/>
        </p:nvCxnSpPr>
        <p:spPr>
          <a:xfrm>
            <a:off x="2232000" y="396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0" name="直線接點 149"/>
          <p:cNvCxnSpPr/>
          <p:nvPr/>
        </p:nvCxnSpPr>
        <p:spPr>
          <a:xfrm flipH="1">
            <a:off x="1152000" y="3969000"/>
            <a:ext cx="1080000" cy="90000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51" name="橢圓 150"/>
          <p:cNvSpPr/>
          <p:nvPr/>
        </p:nvSpPr>
        <p:spPr>
          <a:xfrm>
            <a:off x="2052000" y="3789000"/>
            <a:ext cx="360000" cy="360000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2" name="橢圓 151"/>
          <p:cNvSpPr/>
          <p:nvPr/>
        </p:nvSpPr>
        <p:spPr>
          <a:xfrm>
            <a:off x="3132000" y="46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3" name="橢圓 152"/>
          <p:cNvSpPr/>
          <p:nvPr/>
        </p:nvSpPr>
        <p:spPr>
          <a:xfrm>
            <a:off x="972000" y="468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406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41" idx="0"/>
          </p:cNvCxnSpPr>
          <p:nvPr/>
        </p:nvCxnSpPr>
        <p:spPr>
          <a:xfrm flipH="1">
            <a:off x="4212000" y="144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43" idx="0"/>
          </p:cNvCxnSpPr>
          <p:nvPr/>
        </p:nvCxnSpPr>
        <p:spPr>
          <a:xfrm>
            <a:off x="6012000" y="144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132000" y="414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57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637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414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V="1">
            <a:off x="5652000" y="5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H="1" flipV="1">
            <a:off x="583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212000" y="162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47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601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altLang="zh-TW" sz="1600" dirty="0" err="1">
                <a:latin typeface="Lucida Console" panose="020B0609040504020204" pitchFamily="49" charset="0"/>
                <a:ea typeface="新細明體" pitchFamily="18" charset="-120"/>
              </a:rPr>
              <a:t>MyHead</a:t>
            </a:r>
            <a:endParaRPr lang="zh-TW" altLang="en-US" sz="1600" dirty="0">
              <a:latin typeface="Lucida Console" panose="020B0609040504020204" pitchFamily="49" charset="0"/>
              <a:ea typeface="新細明體" pitchFamily="18" charset="-120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 flipV="1">
            <a:off x="5652000" y="558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3492000" y="432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40" idx="2"/>
          </p:cNvCxnSpPr>
          <p:nvPr/>
        </p:nvCxnSpPr>
        <p:spPr>
          <a:xfrm flipV="1">
            <a:off x="5652000" y="1629000"/>
            <a:ext cx="0" cy="34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39" idx="2"/>
          </p:cNvCxnSpPr>
          <p:nvPr/>
        </p:nvCxnSpPr>
        <p:spPr>
          <a:xfrm flipV="1">
            <a:off x="7812000" y="4329000"/>
            <a:ext cx="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5652000" y="549000"/>
            <a:ext cx="30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8712000" y="549000"/>
            <a:ext cx="0" cy="468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H="1">
            <a:off x="6192000" y="5229000"/>
            <a:ext cx="252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6192000" y="5049000"/>
            <a:ext cx="198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3132000" y="5049000"/>
            <a:ext cx="198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292000" y="4149000"/>
            <a:ext cx="18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3492000" y="2889000"/>
            <a:ext cx="3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6012000" y="4149000"/>
            <a:ext cx="72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4572000" y="4149000"/>
            <a:ext cx="72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6012000" y="5409000"/>
            <a:ext cx="1800000" cy="2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>
            <a:off x="3852000" y="4149000"/>
            <a:ext cx="12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H="1">
            <a:off x="5832000" y="4149000"/>
            <a:ext cx="18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endCxn id="41" idx="2"/>
          </p:cNvCxnSpPr>
          <p:nvPr/>
        </p:nvCxnSpPr>
        <p:spPr>
          <a:xfrm flipV="1">
            <a:off x="34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41" idx="2"/>
          </p:cNvCxnSpPr>
          <p:nvPr/>
        </p:nvCxnSpPr>
        <p:spPr>
          <a:xfrm flipH="1" flipV="1">
            <a:off x="421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endCxn id="43" idx="2"/>
          </p:cNvCxnSpPr>
          <p:nvPr/>
        </p:nvCxnSpPr>
        <p:spPr>
          <a:xfrm flipV="1">
            <a:off x="637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08951"/>
              </p:ext>
            </p:extLst>
          </p:nvPr>
        </p:nvGraphicFramePr>
        <p:xfrm>
          <a:off x="5112000" y="9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12825"/>
              </p:ext>
            </p:extLst>
          </p:nvPr>
        </p:nvGraphicFramePr>
        <p:xfrm>
          <a:off x="367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761686"/>
              </p:ext>
            </p:extLst>
          </p:nvPr>
        </p:nvGraphicFramePr>
        <p:xfrm>
          <a:off x="6552000" y="23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31948"/>
              </p:ext>
            </p:extLst>
          </p:nvPr>
        </p:nvGraphicFramePr>
        <p:xfrm>
          <a:off x="295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7" name="表格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4804"/>
              </p:ext>
            </p:extLst>
          </p:nvPr>
        </p:nvGraphicFramePr>
        <p:xfrm>
          <a:off x="439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210163"/>
              </p:ext>
            </p:extLst>
          </p:nvPr>
        </p:nvGraphicFramePr>
        <p:xfrm>
          <a:off x="583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01097"/>
              </p:ext>
            </p:extLst>
          </p:nvPr>
        </p:nvGraphicFramePr>
        <p:xfrm>
          <a:off x="5112000" y="486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62308"/>
              </p:ext>
            </p:extLst>
          </p:nvPr>
        </p:nvGraphicFramePr>
        <p:xfrm>
          <a:off x="7272000" y="360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592139"/>
                  </a:ext>
                </a:extLst>
              </a:tr>
            </a:tbl>
          </a:graphicData>
        </a:graphic>
      </p:graphicFrame>
      <p:cxnSp>
        <p:nvCxnSpPr>
          <p:cNvPr id="50" name="直線單箭頭接點 49"/>
          <p:cNvCxnSpPr/>
          <p:nvPr/>
        </p:nvCxnSpPr>
        <p:spPr>
          <a:xfrm flipH="1">
            <a:off x="6192000" y="4149000"/>
            <a:ext cx="1260000" cy="7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452000" y="2889000"/>
            <a:ext cx="360000" cy="7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flipH="1" flipV="1">
            <a:off x="7092000" y="3069000"/>
            <a:ext cx="7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3492000" y="5409000"/>
            <a:ext cx="180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表格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59030"/>
              </p:ext>
            </p:extLst>
          </p:nvPr>
        </p:nvGraphicFramePr>
        <p:xfrm>
          <a:off x="432000" y="2349000"/>
          <a:ext cx="23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yval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646174"/>
                  </a:ext>
                </a:extLst>
              </a:tr>
            </a:tbl>
          </a:graphicData>
        </a:graphic>
      </p:graphicFrame>
      <p:cxnSp>
        <p:nvCxnSpPr>
          <p:cNvPr id="88" name="直線接點 87"/>
          <p:cNvCxnSpPr/>
          <p:nvPr/>
        </p:nvCxnSpPr>
        <p:spPr>
          <a:xfrm>
            <a:off x="2412000" y="5409000"/>
            <a:ext cx="36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0" name="橢圓 89"/>
          <p:cNvSpPr/>
          <p:nvPr/>
        </p:nvSpPr>
        <p:spPr>
          <a:xfrm>
            <a:off x="259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1" name="直線接點 90"/>
          <p:cNvCxnSpPr/>
          <p:nvPr/>
        </p:nvCxnSpPr>
        <p:spPr>
          <a:xfrm flipH="1">
            <a:off x="683973" y="5409446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2" name="直線接點 91"/>
          <p:cNvCxnSpPr/>
          <p:nvPr/>
        </p:nvCxnSpPr>
        <p:spPr>
          <a:xfrm>
            <a:off x="972437" y="5409446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3" name="橢圓 92"/>
          <p:cNvSpPr/>
          <p:nvPr/>
        </p:nvSpPr>
        <p:spPr>
          <a:xfrm>
            <a:off x="43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4" name="橢圓 93"/>
          <p:cNvSpPr/>
          <p:nvPr/>
        </p:nvSpPr>
        <p:spPr>
          <a:xfrm>
            <a:off x="115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5" name="直線接點 94"/>
          <p:cNvCxnSpPr/>
          <p:nvPr/>
        </p:nvCxnSpPr>
        <p:spPr>
          <a:xfrm flipH="1">
            <a:off x="2052001" y="5409000"/>
            <a:ext cx="359999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6" name="橢圓 95"/>
          <p:cNvSpPr/>
          <p:nvPr/>
        </p:nvSpPr>
        <p:spPr>
          <a:xfrm>
            <a:off x="1872000" y="5949000"/>
            <a:ext cx="360000" cy="3600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7" name="直線接點 96"/>
          <p:cNvCxnSpPr/>
          <p:nvPr/>
        </p:nvCxnSpPr>
        <p:spPr>
          <a:xfrm flipH="1">
            <a:off x="97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8" name="直線接點 97"/>
          <p:cNvCxnSpPr/>
          <p:nvPr/>
        </p:nvCxnSpPr>
        <p:spPr>
          <a:xfrm>
            <a:off x="169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9" name="橢圓 98"/>
          <p:cNvSpPr/>
          <p:nvPr/>
        </p:nvSpPr>
        <p:spPr>
          <a:xfrm>
            <a:off x="1512000" y="450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79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橢圓 100"/>
          <p:cNvSpPr/>
          <p:nvPr/>
        </p:nvSpPr>
        <p:spPr>
          <a:xfrm>
            <a:off x="2232000" y="5229000"/>
            <a:ext cx="360000" cy="36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7 Nodes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0701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020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( 1 );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( 2 );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size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"size: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size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*head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head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head + 3 ) / 256 %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+ 4 )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leftLeaf + 3 ) / 256 % 256 &lt;&lt; </a:t>
            </a:r>
            <a:r>
              <a:rPr lang="pt-BR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"\n\n"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pt-BR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*root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root + 4 )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root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root + 3 ) / 256 % 256 &lt;&lt; </a:t>
            </a:r>
            <a:r>
              <a:rPr lang="pt-BR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"\n\n"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pt-BR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+ 4 )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256 % 256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"\n\n"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solidFill>
                  <a:srgbClr val="2B91AF"/>
                </a:solidFill>
                <a:latin typeface="Lucida Console"/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latin typeface="Lucida Console"/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Lucida Console"/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Lucida Console"/>
              </a:rPr>
              <a:t> on </a:t>
            </a:r>
            <a:r>
              <a:rPr lang="en-US" altLang="zh-TW" dirty="0" err="1">
                <a:latin typeface="Lucida Console"/>
              </a:rPr>
              <a:t>x86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4046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683973" y="5157012"/>
            <a:ext cx="7776000" cy="1296000"/>
          </a:xfrm>
        </p:spPr>
        <p:txBody>
          <a:bodyPr/>
          <a:lstStyle/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size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*head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*root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0626"/>
              </p:ext>
            </p:extLst>
          </p:nvPr>
        </p:nvGraphicFramePr>
        <p:xfrm>
          <a:off x="539972" y="3861003"/>
          <a:ext cx="1872000" cy="864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36134" y="3572967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data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2123983" y="3429001"/>
            <a:ext cx="2736054" cy="8640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8" name="Line 43"/>
          <p:cNvSpPr>
            <a:spLocks noChangeShapeType="1"/>
          </p:cNvSpPr>
          <p:nvPr/>
        </p:nvSpPr>
        <p:spPr bwMode="auto">
          <a:xfrm>
            <a:off x="5436006" y="1124984"/>
            <a:ext cx="2304389" cy="863836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2843988" y="1844986"/>
            <a:ext cx="2016014" cy="43200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H="1" flipV="1">
            <a:off x="3419856" y="1988820"/>
            <a:ext cx="1872149" cy="144018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3" name="Line 43"/>
          <p:cNvSpPr>
            <a:spLocks noChangeShapeType="1"/>
          </p:cNvSpPr>
          <p:nvPr/>
        </p:nvSpPr>
        <p:spPr bwMode="auto">
          <a:xfrm>
            <a:off x="2843784" y="1988820"/>
            <a:ext cx="2016252" cy="129616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843784" y="2564892"/>
            <a:ext cx="2016252" cy="864108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H="1">
            <a:off x="6012180" y="1988821"/>
            <a:ext cx="2304288" cy="1296161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H="1">
            <a:off x="6012180" y="2564893"/>
            <a:ext cx="2304288" cy="864107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1108"/>
              </p:ext>
            </p:extLst>
          </p:nvPr>
        </p:nvGraphicFramePr>
        <p:xfrm>
          <a:off x="8028432" y="1124712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8316468" y="1268730"/>
            <a:ext cx="0" cy="57607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596021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rightLeaf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5436005" y="1844988"/>
            <a:ext cx="1" cy="187201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5436006" y="3284998"/>
            <a:ext cx="2304016" cy="720107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248548"/>
              </p:ext>
            </p:extLst>
          </p:nvPr>
        </p:nvGraphicFramePr>
        <p:xfrm>
          <a:off x="827974" y="1124984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Line 43"/>
          <p:cNvSpPr>
            <a:spLocks noChangeShapeType="1"/>
          </p:cNvSpPr>
          <p:nvPr/>
        </p:nvSpPr>
        <p:spPr bwMode="auto">
          <a:xfrm>
            <a:off x="1115976" y="1268985"/>
            <a:ext cx="1151736" cy="5758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740022" y="3861003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head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69947"/>
              </p:ext>
            </p:extLst>
          </p:nvPr>
        </p:nvGraphicFramePr>
        <p:xfrm>
          <a:off x="7164018" y="3861003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H="1" flipV="1">
            <a:off x="6012180" y="3429000"/>
            <a:ext cx="1439840" cy="5760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740022" y="4437007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size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58435"/>
              </p:ext>
            </p:extLst>
          </p:nvPr>
        </p:nvGraphicFramePr>
        <p:xfrm>
          <a:off x="7164018" y="4437007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文字方塊 36"/>
          <p:cNvSpPr txBox="1"/>
          <p:nvPr/>
        </p:nvSpPr>
        <p:spPr>
          <a:xfrm>
            <a:off x="1979982" y="836982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root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91881"/>
              </p:ext>
            </p:extLst>
          </p:nvPr>
        </p:nvGraphicFramePr>
        <p:xfrm>
          <a:off x="2699987" y="836982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2987989" y="548997"/>
            <a:ext cx="1872251" cy="43198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" name="Line 43"/>
          <p:cNvSpPr>
            <a:spLocks noChangeShapeType="1"/>
          </p:cNvSpPr>
          <p:nvPr/>
        </p:nvSpPr>
        <p:spPr bwMode="auto">
          <a:xfrm flipH="1" flipV="1">
            <a:off x="6012010" y="548980"/>
            <a:ext cx="2304456" cy="172787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H="1">
            <a:off x="3419991" y="548999"/>
            <a:ext cx="2016320" cy="1439991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95971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leftLeaf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293912"/>
              </p:ext>
            </p:extLst>
          </p:nvPr>
        </p:nvGraphicFramePr>
        <p:xfrm>
          <a:off x="251970" y="184498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73748"/>
              </p:ext>
            </p:extLst>
          </p:nvPr>
        </p:nvGraphicFramePr>
        <p:xfrm>
          <a:off x="2843988" y="40497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29037"/>
              </p:ext>
            </p:extLst>
          </p:nvPr>
        </p:nvGraphicFramePr>
        <p:xfrm>
          <a:off x="2843988" y="328499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93633"/>
              </p:ext>
            </p:extLst>
          </p:nvPr>
        </p:nvGraphicFramePr>
        <p:xfrm>
          <a:off x="5724008" y="1844989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>
            <a:off x="6876016" y="404979"/>
            <a:ext cx="720000" cy="28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x86</a:t>
            </a:r>
            <a:endParaRPr kumimoji="0" lang="zh-TW" altLang="en-US" sz="2000" dirty="0">
              <a:solidFill>
                <a:srgbClr val="0000FF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46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527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data;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( 5 );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( 9 );</a:t>
            </a:r>
          </a:p>
          <a:p>
            <a:pPr lvl="0"/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data.insert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( 7 );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size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"size: 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size &lt;&lt; endl &lt;&lt; endl;</a:t>
            </a: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*head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head + 3 ) % 256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head + 3 ) / 256 % 256 &lt;&lt; endl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256 % 256 &lt;&lt; endl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*root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root + 3 )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endl;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root + 3 ) % 256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root + 3 ) / 256 % 256 &lt;&lt; endl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myVal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% 256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color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*(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+ 3 ) / 256 % 256 &lt;&lt; endl &lt;&lt; endl;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isNil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/>
              <a:t> on </a:t>
            </a:r>
            <a:r>
              <a:rPr lang="en-US" altLang="zh-TW" dirty="0" err="1"/>
              <a:t>x64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4668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683973" y="5157012"/>
            <a:ext cx="7776000" cy="1296000"/>
          </a:xfrm>
        </p:spPr>
        <p:txBody>
          <a:bodyPr/>
          <a:lstStyle/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size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 &gt;( &amp;data ) + 2 );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*head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&amp;data ) + 1 );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leftLeaf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*root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+ 1 ) );</a:t>
            </a:r>
          </a:p>
          <a:p>
            <a:pPr lvl="0"/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sz="1500" dirty="0" err="1">
                <a:solidFill>
                  <a:srgbClr val="000000"/>
                </a:solidFill>
                <a:ea typeface="細明體" panose="02020509000000000000" pitchFamily="49" charset="-120"/>
              </a:rPr>
              <a:t>rightLeaf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sz="1500" dirty="0" err="1">
                <a:solidFill>
                  <a:srgbClr val="0000FF"/>
                </a:solidFill>
                <a:ea typeface="細明體" panose="02020509000000000000" pitchFamily="49" charset="-120"/>
              </a:rPr>
              <a:t>reinterpret_cast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1500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sz="1500" dirty="0">
                <a:solidFill>
                  <a:srgbClr val="000000"/>
                </a:solidFill>
                <a:ea typeface="細明體" panose="02020509000000000000" pitchFamily="49" charset="-120"/>
              </a:rPr>
              <a:t> ** &gt;( head + 2 ) );</a:t>
            </a:r>
          </a:p>
        </p:txBody>
      </p:sp>
      <p:sp>
        <p:nvSpPr>
          <p:cNvPr id="3" name="Line 43"/>
          <p:cNvSpPr>
            <a:spLocks noChangeShapeType="1"/>
          </p:cNvSpPr>
          <p:nvPr/>
        </p:nvSpPr>
        <p:spPr bwMode="auto">
          <a:xfrm flipH="1" flipV="1">
            <a:off x="5724006" y="548979"/>
            <a:ext cx="1728013" cy="1728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243483"/>
              </p:ext>
            </p:extLst>
          </p:nvPr>
        </p:nvGraphicFramePr>
        <p:xfrm>
          <a:off x="539972" y="3861003"/>
          <a:ext cx="1872000" cy="864000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Myproxy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Myhead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Mysize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35981" y="3573001"/>
            <a:ext cx="576000" cy="28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data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2123983" y="3428998"/>
            <a:ext cx="1296009" cy="8640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8" name="Line 43"/>
          <p:cNvSpPr>
            <a:spLocks noChangeShapeType="1"/>
          </p:cNvSpPr>
          <p:nvPr/>
        </p:nvSpPr>
        <p:spPr bwMode="auto">
          <a:xfrm>
            <a:off x="5292005" y="1124984"/>
            <a:ext cx="1008008" cy="864006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1691981" y="548980"/>
            <a:ext cx="1728011" cy="172801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H="1" flipV="1">
            <a:off x="2843988" y="1988990"/>
            <a:ext cx="1152008" cy="144001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H="1">
            <a:off x="2843987" y="548980"/>
            <a:ext cx="1008008" cy="144001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3" name="Line 43"/>
          <p:cNvSpPr>
            <a:spLocks noChangeShapeType="1"/>
          </p:cNvSpPr>
          <p:nvPr/>
        </p:nvSpPr>
        <p:spPr bwMode="auto">
          <a:xfrm>
            <a:off x="2412000" y="1989000"/>
            <a:ext cx="1007992" cy="1295998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412000" y="2529000"/>
            <a:ext cx="1007992" cy="9000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5" name="Line 43"/>
          <p:cNvSpPr>
            <a:spLocks noChangeShapeType="1"/>
          </p:cNvSpPr>
          <p:nvPr/>
        </p:nvSpPr>
        <p:spPr bwMode="auto">
          <a:xfrm flipH="1">
            <a:off x="5724178" y="1989000"/>
            <a:ext cx="1007822" cy="1295982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H="1">
            <a:off x="5724178" y="2529000"/>
            <a:ext cx="1367822" cy="9000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36433"/>
              </p:ext>
            </p:extLst>
          </p:nvPr>
        </p:nvGraphicFramePr>
        <p:xfrm>
          <a:off x="7164426" y="1124712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7452462" y="1268730"/>
            <a:ext cx="0" cy="57607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732015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rightLeaf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V="1">
            <a:off x="4571999" y="1556987"/>
            <a:ext cx="1" cy="2160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 flipV="1">
            <a:off x="4572000" y="1988989"/>
            <a:ext cx="1728012" cy="2016115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9901"/>
              </p:ext>
            </p:extLst>
          </p:nvPr>
        </p:nvGraphicFramePr>
        <p:xfrm>
          <a:off x="827974" y="1124984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Line 43"/>
          <p:cNvSpPr>
            <a:spLocks noChangeShapeType="1"/>
          </p:cNvSpPr>
          <p:nvPr/>
        </p:nvSpPr>
        <p:spPr bwMode="auto">
          <a:xfrm>
            <a:off x="1115976" y="1268985"/>
            <a:ext cx="576004" cy="5760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308019" y="3573001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head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955307"/>
              </p:ext>
            </p:extLst>
          </p:nvPr>
        </p:nvGraphicFramePr>
        <p:xfrm>
          <a:off x="6732015" y="3573001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Line 43"/>
          <p:cNvSpPr>
            <a:spLocks noChangeShapeType="1"/>
          </p:cNvSpPr>
          <p:nvPr/>
        </p:nvSpPr>
        <p:spPr bwMode="auto">
          <a:xfrm flipH="1" flipV="1">
            <a:off x="5724007" y="3429000"/>
            <a:ext cx="1296009" cy="2880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308019" y="4149005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size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36158"/>
              </p:ext>
            </p:extLst>
          </p:nvPr>
        </p:nvGraphicFramePr>
        <p:xfrm>
          <a:off x="6732015" y="4149005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文字方塊 36"/>
          <p:cNvSpPr txBox="1"/>
          <p:nvPr/>
        </p:nvSpPr>
        <p:spPr>
          <a:xfrm>
            <a:off x="1403978" y="404979"/>
            <a:ext cx="720175" cy="288000"/>
          </a:xfrm>
          <a:prstGeom prst="rect">
            <a:avLst/>
          </a:prstGeom>
          <a:noFill/>
        </p:spPr>
        <p:txBody>
          <a:bodyPr wrap="square" lIns="90000" tIns="36000" rIns="90000" bIns="0" rtlCol="0" anchor="t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root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10494"/>
              </p:ext>
            </p:extLst>
          </p:nvPr>
        </p:nvGraphicFramePr>
        <p:xfrm>
          <a:off x="2123983" y="404979"/>
          <a:ext cx="576000" cy="288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Line 43"/>
          <p:cNvSpPr>
            <a:spLocks noChangeShapeType="1"/>
          </p:cNvSpPr>
          <p:nvPr/>
        </p:nvSpPr>
        <p:spPr bwMode="auto">
          <a:xfrm flipV="1">
            <a:off x="2411985" y="548979"/>
            <a:ext cx="1008007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95971" y="692981"/>
            <a:ext cx="1440180" cy="432001"/>
          </a:xfrm>
          <a:prstGeom prst="rect">
            <a:avLst/>
          </a:prstGeom>
          <a:noFill/>
        </p:spPr>
        <p:txBody>
          <a:bodyPr wrap="square" lIns="0" tIns="0" rIns="0" bIns="72000" rtlCol="0" anchor="b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 err="1">
                <a:solidFill>
                  <a:srgbClr val="FF0000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leftLeaf</a:t>
            </a:r>
            <a:endParaRPr kumimoji="0" lang="zh-TW" altLang="en-US" sz="1600" dirty="0">
              <a:solidFill>
                <a:srgbClr val="FF0000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0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21306"/>
              </p:ext>
            </p:extLst>
          </p:nvPr>
        </p:nvGraphicFramePr>
        <p:xfrm>
          <a:off x="3419992" y="40497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76156"/>
              </p:ext>
            </p:extLst>
          </p:nvPr>
        </p:nvGraphicFramePr>
        <p:xfrm>
          <a:off x="539972" y="184498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669961"/>
              </p:ext>
            </p:extLst>
          </p:nvPr>
        </p:nvGraphicFramePr>
        <p:xfrm>
          <a:off x="3419992" y="328499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654550"/>
              </p:ext>
            </p:extLst>
          </p:nvPr>
        </p:nvGraphicFramePr>
        <p:xfrm>
          <a:off x="6300012" y="1844989"/>
          <a:ext cx="2304000" cy="1152000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3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文字方塊 43"/>
          <p:cNvSpPr txBox="1"/>
          <p:nvPr/>
        </p:nvSpPr>
        <p:spPr>
          <a:xfrm>
            <a:off x="6876016" y="404979"/>
            <a:ext cx="720000" cy="288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  <a:ea typeface="新細明體"/>
              </a:rPr>
              <a:t>x64</a:t>
            </a:r>
            <a:endParaRPr kumimoji="0" lang="zh-TW" altLang="en-US" sz="2000" dirty="0">
              <a:solidFill>
                <a:srgbClr val="0000FF"/>
              </a:solidFill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80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Internal Implementation of STL::set in Visual C++ 2022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1444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369000"/>
            <a:ext cx="8460000" cy="612000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Voidptr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_Left; 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left subtree, or smallest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_Parent;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parent, or root of tree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Nodeptr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_Right;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right subtree, or largest element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0: Red, 1: Black, _Black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1 only if head (also nil) 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the stored value, unused if head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5990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         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0x000FUL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   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0x00F0UL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65536 % 256 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0x0F00UL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69818"/>
              </p:ext>
            </p:extLst>
          </p:nvPr>
        </p:nvGraphicFramePr>
        <p:xfrm>
          <a:off x="7020017" y="1556987"/>
          <a:ext cx="1296000" cy="23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314150"/>
              </p:ext>
            </p:extLst>
          </p:nvPr>
        </p:nvGraphicFramePr>
        <p:xfrm>
          <a:off x="1835981" y="1700988"/>
          <a:ext cx="4176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07758553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14455884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23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604224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short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short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65536       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0xFF00UL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09901"/>
              </p:ext>
            </p:extLst>
          </p:nvPr>
        </p:nvGraphicFramePr>
        <p:xfrm>
          <a:off x="7020017" y="1556987"/>
          <a:ext cx="1296000" cy="23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71169"/>
              </p:ext>
            </p:extLst>
          </p:nvPr>
        </p:nvGraphicFramePr>
        <p:xfrm>
          <a:off x="1835981" y="1700988"/>
          <a:ext cx="4176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07758553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8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589211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latin typeface="+mn-lt"/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+ 4 )</a:t>
            </a:r>
          </a:p>
          <a:p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10052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2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389495"/>
              </p:ext>
            </p:extLst>
          </p:nvPr>
        </p:nvGraphicFramePr>
        <p:xfrm>
          <a:off x="2843988" y="1700988"/>
          <a:ext cx="3168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21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429249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latin typeface="+mn-lt"/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long long</a:t>
            </a:r>
            <a:r>
              <a:rPr lang="en-US" altLang="zh-TW" dirty="0">
                <a:solidFill>
                  <a:srgbClr val="000000"/>
                </a:solidFill>
                <a:latin typeface="+mn-lt"/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x86</a:t>
            </a:r>
            <a:endParaRPr lang="zh-TW" altLang="en-US" dirty="0">
              <a:latin typeface="+mn-lt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 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+ 4 )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753978"/>
              </p:ext>
            </p:extLst>
          </p:nvPr>
        </p:nvGraphicFramePr>
        <p:xfrm>
          <a:off x="7020017" y="1556987"/>
          <a:ext cx="1296000" cy="460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6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graphicFrame>
        <p:nvGraphicFramePr>
          <p:cNvPr id="1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54795"/>
              </p:ext>
            </p:extLst>
          </p:nvPr>
        </p:nvGraphicFramePr>
        <p:xfrm>
          <a:off x="2843988" y="1700988"/>
          <a:ext cx="3168000" cy="1728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ucida Console"/>
                          <a:ea typeface="新細明體" pitchFamily="18" charset="-120"/>
                          <a:cs typeface="Courier New" panose="02070309020205020404" pitchFamily="49" charset="0"/>
                        </a:rPr>
                        <a:t>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 gridSpan="2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3275991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95996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22" name="Line 43"/>
          <p:cNvSpPr>
            <a:spLocks noChangeShapeType="1"/>
          </p:cNvSpPr>
          <p:nvPr/>
        </p:nvSpPr>
        <p:spPr bwMode="auto">
          <a:xfrm>
            <a:off x="4139996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118432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x64</a:t>
            </a:r>
            <a:endParaRPr lang="zh-TW" altLang="en-US" dirty="0">
              <a:latin typeface="+mn-lt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      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0x0000000FULL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0x000000F0ULL</a:t>
            </a:r>
            <a:endParaRPr lang="en-US" altLang="zh-TW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65536 % 256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node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0x00000F00ULL</a:t>
            </a:r>
            <a:endParaRPr lang="en-US" altLang="zh-TW" baseline="44000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436986"/>
              </p:ext>
            </p:extLst>
          </p:nvPr>
        </p:nvGraphicFramePr>
        <p:xfrm>
          <a:off x="683973" y="1700988"/>
          <a:ext cx="5328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44395296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17510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>
                          <a:latin typeface="+mn-lt"/>
                        </a:rPr>
                        <a:t>_</a:t>
                      </a:r>
                      <a:r>
                        <a:rPr lang="en-US" altLang="zh-TW" sz="1600" dirty="0" err="1">
                          <a:latin typeface="+mn-lt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347171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short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x64</a:t>
            </a:r>
            <a:endParaRPr lang="zh-TW" altLang="en-US" dirty="0">
              <a:latin typeface="+mn-lt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short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65536 % 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</a:t>
            </a:r>
            <a:r>
              <a:rPr lang="en-US" altLang="zh-TW" spc="600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nod</a:t>
            </a:r>
            <a:r>
              <a:rPr lang="en-US" altLang="zh-TW" spc="600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e+3</a:t>
            </a:r>
            <a:r>
              <a:rPr lang="en-US" altLang="zh-TW" spc="600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)&amp;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0x0000FF00ULL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endParaRPr lang="en-US" altLang="zh-TW" baseline="44000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557641"/>
              </p:ext>
            </p:extLst>
          </p:nvPr>
        </p:nvGraphicFramePr>
        <p:xfrm>
          <a:off x="683973" y="1700988"/>
          <a:ext cx="5328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70407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>
                          <a:latin typeface="+mn-lt"/>
                        </a:rPr>
                        <a:t>_</a:t>
                      </a:r>
                      <a:r>
                        <a:rPr lang="en-US" altLang="zh-TW" sz="1600" dirty="0" err="1">
                          <a:latin typeface="+mn-lt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548585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dirty="0">
                <a:latin typeface="+mn-lt"/>
              </a:rPr>
              <a:t> on </a:t>
            </a:r>
            <a:r>
              <a:rPr lang="en-US" altLang="zh-TW" dirty="0" err="1">
                <a:latin typeface="+mn-lt"/>
              </a:rPr>
              <a:t>x64</a:t>
            </a:r>
            <a:endParaRPr lang="zh-TW" altLang="en-US" dirty="0">
              <a:latin typeface="+mn-lt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twoTo32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*(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node2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+ 3 ) &amp;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0xFFFF0000ULL</a:t>
            </a:r>
            <a:endParaRPr lang="en-US" altLang="zh-TW" baseline="44000" dirty="0">
              <a:solidFill>
                <a:srgbClr val="FF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757184"/>
              </p:ext>
            </p:extLst>
          </p:nvPr>
        </p:nvGraphicFramePr>
        <p:xfrm>
          <a:off x="683973" y="1700988"/>
          <a:ext cx="5328000" cy="1152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792449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0161395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0174"/>
              </p:ext>
            </p:extLst>
          </p:nvPr>
        </p:nvGraphicFramePr>
        <p:xfrm>
          <a:off x="7020017" y="1556987"/>
          <a:ext cx="1296000" cy="345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726987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749946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88014" y="1556987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08019" y="1556987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" name="Line 43"/>
          <p:cNvSpPr>
            <a:spLocks noChangeShapeType="1"/>
          </p:cNvSpPr>
          <p:nvPr/>
        </p:nvSpPr>
        <p:spPr bwMode="auto">
          <a:xfrm flipV="1">
            <a:off x="7452020" y="1700988"/>
            <a:ext cx="5760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702747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95971" y="260978"/>
            <a:ext cx="6768048" cy="720005"/>
          </a:xfrm>
        </p:spPr>
        <p:txBody>
          <a:bodyPr>
            <a:normAutofit/>
          </a:bodyPr>
          <a:lstStyle/>
          <a:p>
            <a:pPr algn="l"/>
            <a:r>
              <a:rPr lang="en-US" altLang="zh-TW" sz="2400" dirty="0" err="1">
                <a:solidFill>
                  <a:srgbClr val="000000"/>
                </a:solidFill>
                <a:ea typeface="細明體" panose="02020509000000000000" pitchFamily="49" charset="-120"/>
              </a:rPr>
              <a:t>std</a:t>
            </a:r>
            <a:r>
              <a:rPr lang="en-US" altLang="zh-TW" sz="2400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sz="2400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sz="2400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sz="2400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sz="2400" dirty="0">
                <a:ea typeface="細明體" panose="02020509000000000000" pitchFamily="49" charset="-120"/>
              </a:rPr>
              <a:t>long long</a:t>
            </a:r>
            <a:r>
              <a:rPr lang="en-US" altLang="zh-TW" sz="2400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  <a:r>
              <a:rPr lang="en-US" altLang="zh-TW" sz="2400" dirty="0"/>
              <a:t> on </a:t>
            </a:r>
            <a:r>
              <a:rPr lang="en-US" altLang="zh-TW" sz="2400" dirty="0" err="1"/>
              <a:t>x64</a:t>
            </a:r>
            <a:endParaRPr lang="zh-TW" altLang="en-US" sz="2400" dirty="0"/>
          </a:p>
        </p:txBody>
      </p:sp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Tree_node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*_Right;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 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_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_Color == *( node + 3 )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+ 3 ) / 256 % 256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_</a:t>
            </a:r>
            <a:r>
              <a:rPr lang="en-US" altLang="zh-TW" dirty="0" err="1">
                <a:solidFill>
                  <a:prstClr val="black"/>
                </a:solidFill>
                <a:ea typeface="新細明體" pitchFamily="18" charset="-120"/>
                <a:cs typeface="Courier New" panose="02070309020205020404" pitchFamily="49" charset="0"/>
              </a:rPr>
              <a:t>Myval</a:t>
            </a:r>
            <a:r>
              <a:rPr lang="en-US" altLang="zh-TW" dirty="0">
                <a:solidFill>
                  <a:prstClr val="black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== *( node + 4 )</a:t>
            </a:r>
            <a:endParaRPr lang="en-US" altLang="zh-TW" baseline="44000" dirty="0">
              <a:solidFill>
                <a:prstClr val="black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15194"/>
              </p:ext>
            </p:extLst>
          </p:nvPr>
        </p:nvGraphicFramePr>
        <p:xfrm>
          <a:off x="1691980" y="1700988"/>
          <a:ext cx="4320000" cy="1440000"/>
        </p:xfrm>
        <a:graphic>
          <a:graphicData uri="http://schemas.openxmlformats.org/drawingml/2006/table">
            <a:tbl>
              <a:tblPr/>
              <a:tblGrid>
                <a:gridCol w="1008000">
                  <a:extLst>
                    <a:ext uri="{9D8B030D-6E8A-4147-A177-3AD203B41FA5}">
                      <a16:colId xmlns:a16="http://schemas.microsoft.com/office/drawing/2014/main" val="217461634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88494850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3447622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666028398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_Left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_Parent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_Right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urier New"/>
                          <a:ea typeface="標楷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Lucida Console"/>
                          <a:ea typeface="新細明體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0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Myval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90000" marR="90000" marT="0" marB="0" anchor="ctr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42199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980498"/>
              </p:ext>
            </p:extLst>
          </p:nvPr>
        </p:nvGraphicFramePr>
        <p:xfrm>
          <a:off x="7020017" y="548980"/>
          <a:ext cx="1296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5744172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5447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9736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⸽</a:t>
                      </a:r>
                      <a:endParaRPr lang="zh-TW" altLang="en-US" sz="2800" dirty="0">
                        <a:latin typeface="+mn-lt"/>
                      </a:endParaRPr>
                    </a:p>
                  </a:txBody>
                  <a:tcPr marT="0" marB="72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5304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61493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19129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_Color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2228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0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3798371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pPr algn="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94165"/>
                  </a:ext>
                </a:extLst>
              </a:tr>
              <a:tr h="2304000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細明體" panose="02020509000000000000" pitchFamily="49" charset="-120"/>
                          <a:cs typeface="+mn-cs"/>
                        </a:rPr>
                        <a:t>_</a:t>
                      </a:r>
                      <a:r>
                        <a:rPr kumimoji="0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細明體" panose="02020509000000000000" pitchFamily="49" charset="-120"/>
                          <a:cs typeface="+mn-cs"/>
                        </a:rPr>
                        <a:t>Myval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</a:rPr>
                        <a:t>1</a:t>
                      </a:r>
                      <a:endParaRPr lang="zh-TW" altLang="en-US" sz="1600" dirty="0">
                        <a:latin typeface="+mn-lt"/>
                      </a:endParaRPr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057541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6588014" y="1124984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08019" y="1124984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2" name="Line 43"/>
          <p:cNvSpPr>
            <a:spLocks noChangeShapeType="1"/>
          </p:cNvSpPr>
          <p:nvPr/>
        </p:nvSpPr>
        <p:spPr bwMode="auto">
          <a:xfrm flipV="1">
            <a:off x="7452020" y="692978"/>
            <a:ext cx="576003" cy="57600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123983" y="1268985"/>
            <a:ext cx="720175" cy="288000"/>
          </a:xfrm>
          <a:prstGeom prst="rect">
            <a:avLst/>
          </a:prstGeom>
          <a:noFill/>
        </p:spPr>
        <p:txBody>
          <a:bodyPr wrap="square" lIns="90000" tIns="0" rIns="90000" bIns="0" rtlCol="0" anchor="ctr" anchorCtr="0">
            <a:no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1600" dirty="0">
                <a:highlight>
                  <a:srgbClr val="FFFFFF"/>
                </a:highlight>
                <a:latin typeface="Lucida Console"/>
                <a:ea typeface="新細明體"/>
              </a:rPr>
              <a:t>node</a:t>
            </a:r>
            <a:endParaRPr kumimoji="0" lang="zh-TW" altLang="en-US" sz="1600" dirty="0">
              <a:latin typeface="Lucida Console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843988" y="1268985"/>
            <a:ext cx="288000" cy="288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987988" y="1412987"/>
            <a:ext cx="720006" cy="28800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arrow" w="lg" len="lg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kumimoji="0" lang="zh-TW" altLang="en-US" sz="2000" b="1" kern="0">
              <a:solidFill>
                <a:srgbClr val="000000"/>
              </a:solidFill>
              <a:latin typeface="Courier New"/>
              <a:ea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450987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269000"/>
            <a:ext cx="8280000" cy="5040000"/>
          </a:xfrm>
        </p:spPr>
        <p:txBody>
          <a:bodyPr/>
          <a:lstStyle/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1: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2: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</a:t>
            </a:r>
            <a:r>
              <a:rPr lang="zh-TW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3: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</a:t>
            </a:r>
            <a:r>
              <a:rPr lang="zh-TW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root</a:t>
            </a:r>
          </a:p>
          <a:p>
            <a:pPr marL="898525" lvl="0" indent="-898525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4:	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</a:t>
            </a:r>
            <a:r>
              <a:rPr lang="zh-TW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M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not the root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4.3: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4.4: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898525" lvl="0" indent="-1588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4.5: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Note: In cases 4.1, 4.2, and 4.3, we assume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. If it is the right child, left and right should be reversed throughout these three cases.</a:t>
            </a:r>
          </a:p>
        </p:txBody>
      </p:sp>
      <p:cxnSp>
        <p:nvCxnSpPr>
          <p:cNvPr id="4" name="直線接點 3"/>
          <p:cNvCxnSpPr/>
          <p:nvPr/>
        </p:nvCxnSpPr>
        <p:spPr>
          <a:xfrm>
            <a:off x="7308019" y="3140998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文字方塊 4"/>
          <p:cNvSpPr txBox="1"/>
          <p:nvPr/>
        </p:nvSpPr>
        <p:spPr>
          <a:xfrm>
            <a:off x="6732015" y="2852996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300012" y="342900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7452020" y="4293006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 flipH="1">
            <a:off x="7164738" y="4293006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>
            <a:off x="8316026" y="4293006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 flipH="1">
            <a:off x="8028744" y="4293006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7452020" y="3717463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>
            <a:off x="7884485" y="3717463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" name="橢圓 12"/>
          <p:cNvSpPr/>
          <p:nvPr/>
        </p:nvSpPr>
        <p:spPr>
          <a:xfrm>
            <a:off x="7740022" y="3573001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7308019" y="4149005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8172025" y="4149005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028024" y="342900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876016" y="400500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460027" y="400500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9" name="直線接點 18"/>
          <p:cNvCxnSpPr>
            <a:endCxn id="21" idx="0"/>
          </p:cNvCxnSpPr>
          <p:nvPr/>
        </p:nvCxnSpPr>
        <p:spPr>
          <a:xfrm flipH="1">
            <a:off x="6875104" y="3140998"/>
            <a:ext cx="432915" cy="504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橢圓 19"/>
          <p:cNvSpPr/>
          <p:nvPr/>
        </p:nvSpPr>
        <p:spPr>
          <a:xfrm>
            <a:off x="7164018" y="2996997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02873" y="3645465"/>
            <a:ext cx="144462" cy="142875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6277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5940000" cy="3708012"/>
          </a:xfrm>
        </p:spPr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4.1: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4.1.1)</a:t>
            </a: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4.2.1)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4.3.1)</a:t>
            </a: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4.4)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4.5)</a:t>
            </a:r>
          </a:p>
        </p:txBody>
      </p:sp>
      <p:cxnSp>
        <p:nvCxnSpPr>
          <p:cNvPr id="4" name="直線接點 3"/>
          <p:cNvCxnSpPr/>
          <p:nvPr/>
        </p:nvCxnSpPr>
        <p:spPr>
          <a:xfrm>
            <a:off x="6876016" y="2276992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文字方塊 4"/>
          <p:cNvSpPr txBox="1"/>
          <p:nvPr/>
        </p:nvSpPr>
        <p:spPr>
          <a:xfrm>
            <a:off x="6300012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724008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7164018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 flipH="1">
            <a:off x="6876736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>
            <a:off x="8028024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 flipH="1">
            <a:off x="7740742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7164018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>
            <a:off x="7596483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" name="橢圓 12"/>
          <p:cNvSpPr/>
          <p:nvPr/>
        </p:nvSpPr>
        <p:spPr>
          <a:xfrm>
            <a:off x="7452020" y="2708995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7020017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884023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740022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588014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172025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9" name="直線接點 18"/>
          <p:cNvCxnSpPr>
            <a:endCxn id="21" idx="0"/>
          </p:cNvCxnSpPr>
          <p:nvPr/>
        </p:nvCxnSpPr>
        <p:spPr>
          <a:xfrm flipH="1">
            <a:off x="6299100" y="2276992"/>
            <a:ext cx="576916" cy="504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橢圓 19"/>
          <p:cNvSpPr/>
          <p:nvPr/>
        </p:nvSpPr>
        <p:spPr>
          <a:xfrm>
            <a:off x="6732015" y="2132991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26869" y="2781459"/>
            <a:ext cx="144462" cy="142875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496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5940000" cy="3708012"/>
          </a:xfrm>
        </p:spPr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4.2: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4.1.2)</a:t>
            </a:r>
          </a:p>
          <a:p>
            <a:pPr marL="355600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4.2.2)</a:t>
            </a:r>
          </a:p>
          <a:p>
            <a:pPr marL="720725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4.3.2)</a:t>
            </a:r>
          </a:p>
          <a:p>
            <a:pPr marL="107632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4.4)</a:t>
            </a:r>
          </a:p>
          <a:p>
            <a:pPr marL="1431925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 </a:t>
            </a:r>
            <a:r>
              <a:rPr lang="en-US" altLang="zh-TW" sz="2200" dirty="0">
                <a:solidFill>
                  <a:srgbClr val="00B050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(Case 4.5)</a:t>
            </a:r>
          </a:p>
        </p:txBody>
      </p:sp>
      <p:cxnSp>
        <p:nvCxnSpPr>
          <p:cNvPr id="4" name="直線接點 3"/>
          <p:cNvCxnSpPr/>
          <p:nvPr/>
        </p:nvCxnSpPr>
        <p:spPr>
          <a:xfrm flipH="1">
            <a:off x="6732016" y="2276992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文字方塊 4"/>
          <p:cNvSpPr txBox="1"/>
          <p:nvPr/>
        </p:nvSpPr>
        <p:spPr>
          <a:xfrm>
            <a:off x="6876016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56011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6300012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 flipH="1">
            <a:off x="6012730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>
            <a:off x="7164018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 flipH="1">
            <a:off x="6876736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6300012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>
            <a:off x="6732477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3" name="橢圓 12"/>
          <p:cNvSpPr/>
          <p:nvPr/>
        </p:nvSpPr>
        <p:spPr>
          <a:xfrm>
            <a:off x="6588014" y="2708995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156011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7020017" y="3284999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72025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724008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308019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9" name="直線接點 18"/>
          <p:cNvCxnSpPr>
            <a:endCxn id="21" idx="0"/>
          </p:cNvCxnSpPr>
          <p:nvPr/>
        </p:nvCxnSpPr>
        <p:spPr>
          <a:xfrm>
            <a:off x="7452020" y="2276992"/>
            <a:ext cx="575092" cy="504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0" name="橢圓 19"/>
          <p:cNvSpPr/>
          <p:nvPr/>
        </p:nvSpPr>
        <p:spPr>
          <a:xfrm>
            <a:off x="7308019" y="2132991"/>
            <a:ext cx="287338" cy="2873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54881" y="2781459"/>
            <a:ext cx="144462" cy="142875"/>
          </a:xfrm>
          <a:prstGeom prst="rect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388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4.1:</a:t>
            </a:r>
            <a:r>
              <a:rPr lang="en-US" altLang="zh-TW" sz="2400" i="1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N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the left child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4.1.1: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red</a:t>
            </a:r>
            <a:endParaRPr lang="en-US" altLang="zh-TW" dirty="0">
              <a:solidFill>
                <a:srgbClr val="00B050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4.1.2: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black</a:t>
            </a: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0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4.2:</a:t>
            </a:r>
            <a:r>
              <a:rPr lang="en-US" altLang="zh-TW" sz="2400" i="1" dirty="0">
                <a:solidFill>
                  <a:prstClr val="black"/>
                </a:solidFill>
                <a:ea typeface="標楷體"/>
              </a:rPr>
              <a:t>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N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the right child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4.2.1: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red</a:t>
            </a:r>
            <a:endParaRPr lang="en-US" altLang="zh-TW" dirty="0">
              <a:solidFill>
                <a:srgbClr val="00B050"/>
              </a:solidFill>
              <a:ea typeface="標楷體"/>
            </a:endParaRPr>
          </a:p>
          <a:p>
            <a:pPr marL="180975" lvl="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Case 4.2.2: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is black</a:t>
            </a: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361950" lvl="1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zh-TW" altLang="en-US" sz="20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536575" lvl="2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4.2.2.2.2.1: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717550" lvl="3" indent="0" defTabSz="914400" eaLnBrk="0" fontAlgn="base" hangingPunct="0"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4.2.2.2.2.2: </a:t>
            </a:r>
            <a:r>
              <a:rPr lang="en-US" altLang="zh-TW" sz="20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</a:t>
            </a:r>
            <a:endParaRPr lang="en-US" altLang="zh-TW" sz="2000" dirty="0">
              <a:solidFill>
                <a:srgbClr val="00B05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583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標楷體"/>
              </a:rPr>
              <a:t>Deletion from a Red-Black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432000" y="1449000"/>
            <a:ext cx="8280000" cy="3240000"/>
          </a:xfrm>
        </p:spPr>
        <p:txBody>
          <a:bodyPr>
            <a:normAutofit/>
          </a:bodyPr>
          <a:lstStyle/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4.1.2: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4.2.2: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sz="2200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4.3.1: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left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200" i="1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4.3.2: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N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the right child of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  <a:endParaRPr lang="en-US" altLang="zh-TW" sz="2200" i="1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4.4: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black, but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is red</a:t>
            </a:r>
          </a:p>
          <a:p>
            <a:pPr marL="266700" lvl="0" indent="-2667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Case 4.5: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R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,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sz="2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L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sz="2200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r>
              <a:rPr lang="en-US" altLang="zh-TW" sz="2200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are black</a:t>
            </a:r>
          </a:p>
        </p:txBody>
      </p:sp>
    </p:spTree>
    <p:extLst>
      <p:ext uri="{BB962C8B-B14F-4D97-AF65-F5344CB8AC3E}">
        <p14:creationId xmlns:p14="http://schemas.microsoft.com/office/powerpoint/2010/main" val="3197918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ea typeface="標楷體"/>
              </a:rPr>
              <a:t>Case 4.4: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dirty="0">
                <a:ea typeface="標楷體"/>
              </a:rPr>
              <a:t>,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i="1" baseline="-25000" dirty="0">
                <a:ea typeface="標楷體"/>
              </a:rPr>
              <a:t>R</a:t>
            </a:r>
            <a:r>
              <a:rPr lang="en-US" altLang="zh-TW" sz="3600" dirty="0">
                <a:ea typeface="標楷體"/>
              </a:rPr>
              <a:t> and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i="1" baseline="-25000" dirty="0">
                <a:ea typeface="標楷體"/>
              </a:rPr>
              <a:t>L</a:t>
            </a:r>
            <a:r>
              <a:rPr lang="en-US" altLang="zh-TW" sz="3600" dirty="0">
                <a:ea typeface="標楷體"/>
              </a:rPr>
              <a:t> are black, but </a:t>
            </a:r>
            <a:r>
              <a:rPr lang="en-US" altLang="zh-TW" sz="3600" i="1" dirty="0">
                <a:ea typeface="標楷體"/>
              </a:rPr>
              <a:t>P</a:t>
            </a:r>
            <a:r>
              <a:rPr lang="en-US" altLang="zh-TW" sz="3600" dirty="0">
                <a:ea typeface="標楷體"/>
              </a:rPr>
              <a:t> is red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6"/>
            <a:ext cx="8352058" cy="432004"/>
          </a:xfrm>
        </p:spPr>
        <p:txBody>
          <a:bodyPr>
            <a:normAutofit/>
          </a:bodyPr>
          <a:lstStyle/>
          <a:p>
            <a:pPr marL="457200" lvl="0" indent="-457200" defTabSz="91440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latin typeface="Times New Roman" panose="02020603050405020304" pitchFamily="18" charset="0"/>
                <a:ea typeface="標楷體"/>
                <a:cs typeface="Times New Roman" panose="02020603050405020304" pitchFamily="18" charset="0"/>
              </a:rPr>
              <a:t>P</a:t>
            </a:r>
            <a:endParaRPr lang="en-US" altLang="zh-TW" dirty="0">
              <a:solidFill>
                <a:prstClr val="black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2267985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3708456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2987989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843988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56399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3419789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385199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1835981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 flipH="1">
            <a:off x="1548699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>
            <a:off x="2699987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412705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 flipH="1">
            <a:off x="1835981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直線接點 56"/>
          <p:cNvCxnSpPr/>
          <p:nvPr/>
        </p:nvCxnSpPr>
        <p:spPr>
          <a:xfrm>
            <a:off x="2268446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212398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1691980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2555986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69198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59977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843988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5868010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7308481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6588014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6012010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644401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7164018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7019814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745202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436006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5148724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6300012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6012730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5436006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5868471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5724008" y="5157012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5292005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56011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529200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860002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444013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1835982" y="2276992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5" name="直線接點 84"/>
          <p:cNvCxnSpPr/>
          <p:nvPr/>
        </p:nvCxnSpPr>
        <p:spPr>
          <a:xfrm>
            <a:off x="1836443" y="2853457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直線接點 85"/>
          <p:cNvCxnSpPr/>
          <p:nvPr/>
        </p:nvCxnSpPr>
        <p:spPr>
          <a:xfrm>
            <a:off x="2555986" y="2276992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7" name="文字方塊 86"/>
          <p:cNvSpPr txBox="1"/>
          <p:nvPr/>
        </p:nvSpPr>
        <p:spPr>
          <a:xfrm>
            <a:off x="1979982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2411985" y="2132991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1691980" y="2708995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/>
          <p:nvPr/>
        </p:nvCxnSpPr>
        <p:spPr>
          <a:xfrm flipH="1">
            <a:off x="1547776" y="2853457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1" name="文字方塊 90"/>
          <p:cNvSpPr txBox="1"/>
          <p:nvPr/>
        </p:nvSpPr>
        <p:spPr>
          <a:xfrm>
            <a:off x="1259977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92" name="直線接點 91"/>
          <p:cNvCxnSpPr/>
          <p:nvPr/>
        </p:nvCxnSpPr>
        <p:spPr>
          <a:xfrm>
            <a:off x="2843988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直線接點 92"/>
          <p:cNvCxnSpPr/>
          <p:nvPr/>
        </p:nvCxnSpPr>
        <p:spPr>
          <a:xfrm flipH="1">
            <a:off x="2556706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4" name="直線接點 93"/>
          <p:cNvCxnSpPr/>
          <p:nvPr/>
        </p:nvCxnSpPr>
        <p:spPr>
          <a:xfrm>
            <a:off x="3707994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5" name="直線接點 94"/>
          <p:cNvCxnSpPr/>
          <p:nvPr/>
        </p:nvCxnSpPr>
        <p:spPr>
          <a:xfrm flipH="1">
            <a:off x="3420712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/>
          <p:nvPr/>
        </p:nvCxnSpPr>
        <p:spPr>
          <a:xfrm flipH="1">
            <a:off x="2843988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直線接點 96"/>
          <p:cNvCxnSpPr/>
          <p:nvPr/>
        </p:nvCxnSpPr>
        <p:spPr>
          <a:xfrm>
            <a:off x="3276453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橢圓 97"/>
          <p:cNvSpPr/>
          <p:nvPr/>
        </p:nvSpPr>
        <p:spPr>
          <a:xfrm>
            <a:off x="3131990" y="2708995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2699987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3563993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3419992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2267984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851995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04" name="直線接點 103"/>
          <p:cNvCxnSpPr/>
          <p:nvPr/>
        </p:nvCxnSpPr>
        <p:spPr>
          <a:xfrm flipH="1">
            <a:off x="5436007" y="2276992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5" name="直線接點 104"/>
          <p:cNvCxnSpPr/>
          <p:nvPr/>
        </p:nvCxnSpPr>
        <p:spPr>
          <a:xfrm>
            <a:off x="5436468" y="2853457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6" name="直線接點 105"/>
          <p:cNvCxnSpPr/>
          <p:nvPr/>
        </p:nvCxnSpPr>
        <p:spPr>
          <a:xfrm>
            <a:off x="6156011" y="2276992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07" name="文字方塊 106"/>
          <p:cNvSpPr txBox="1"/>
          <p:nvPr/>
        </p:nvSpPr>
        <p:spPr>
          <a:xfrm>
            <a:off x="5580007" y="1988990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6012010" y="2132991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5292005" y="2708995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0" name="直線接點 109"/>
          <p:cNvCxnSpPr/>
          <p:nvPr/>
        </p:nvCxnSpPr>
        <p:spPr>
          <a:xfrm flipH="1">
            <a:off x="5147801" y="2853457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1" name="文字方塊 110"/>
          <p:cNvSpPr txBox="1"/>
          <p:nvPr/>
        </p:nvSpPr>
        <p:spPr>
          <a:xfrm>
            <a:off x="4860002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12" name="直線接點 111"/>
          <p:cNvCxnSpPr/>
          <p:nvPr/>
        </p:nvCxnSpPr>
        <p:spPr>
          <a:xfrm>
            <a:off x="6444013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3" name="直線接點 112"/>
          <p:cNvCxnSpPr/>
          <p:nvPr/>
        </p:nvCxnSpPr>
        <p:spPr>
          <a:xfrm flipH="1">
            <a:off x="6156731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4" name="直線接點 113"/>
          <p:cNvCxnSpPr/>
          <p:nvPr/>
        </p:nvCxnSpPr>
        <p:spPr>
          <a:xfrm>
            <a:off x="7308019" y="3429000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5" name="直線接點 114"/>
          <p:cNvCxnSpPr/>
          <p:nvPr/>
        </p:nvCxnSpPr>
        <p:spPr>
          <a:xfrm flipH="1">
            <a:off x="7020737" y="3429000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6" name="直線接點 115"/>
          <p:cNvCxnSpPr/>
          <p:nvPr/>
        </p:nvCxnSpPr>
        <p:spPr>
          <a:xfrm flipH="1">
            <a:off x="6444013" y="2853457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直線接點 116"/>
          <p:cNvCxnSpPr/>
          <p:nvPr/>
        </p:nvCxnSpPr>
        <p:spPr>
          <a:xfrm>
            <a:off x="6876478" y="285345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6732015" y="2708995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9" name="橢圓 118"/>
          <p:cNvSpPr/>
          <p:nvPr/>
        </p:nvSpPr>
        <p:spPr>
          <a:xfrm>
            <a:off x="6300012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0" name="橢圓 119"/>
          <p:cNvSpPr/>
          <p:nvPr/>
        </p:nvSpPr>
        <p:spPr>
          <a:xfrm>
            <a:off x="7164018" y="3284999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7020017" y="2564994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868009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452020" y="3140998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1105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800" dirty="0">
                <a:ea typeface="標楷體"/>
              </a:rPr>
              <a:t>Case </a:t>
            </a:r>
            <a:r>
              <a:rPr lang="en-US" altLang="zh-TW" dirty="0">
                <a:ea typeface="標楷體"/>
              </a:rPr>
              <a:t>4.2.1</a:t>
            </a:r>
            <a:r>
              <a:rPr lang="en-US" altLang="zh-TW" sz="2800" dirty="0">
                <a:ea typeface="標楷體"/>
              </a:rPr>
              <a:t>: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dirty="0">
                <a:ea typeface="標楷體"/>
              </a:rPr>
              <a:t> is black,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i="1" baseline="-25000" dirty="0">
                <a:ea typeface="標楷體"/>
              </a:rPr>
              <a:t>R</a:t>
            </a:r>
            <a:r>
              <a:rPr lang="en-US" altLang="zh-TW" sz="2800" dirty="0">
                <a:ea typeface="標楷體"/>
              </a:rPr>
              <a:t> is red and </a:t>
            </a:r>
            <a:r>
              <a:rPr lang="en-US" altLang="zh-TW" sz="2800" i="1" dirty="0">
                <a:ea typeface="標楷體"/>
              </a:rPr>
              <a:t>N</a:t>
            </a:r>
            <a:r>
              <a:rPr lang="en-US" altLang="zh-TW" sz="2800" dirty="0">
                <a:ea typeface="標楷體"/>
              </a:rPr>
              <a:t> is the left child of </a:t>
            </a:r>
            <a:r>
              <a:rPr lang="en-US" altLang="zh-TW" sz="2800" i="1" dirty="0">
                <a:ea typeface="標楷體"/>
              </a:rPr>
              <a:t>P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Make </a:t>
            </a:r>
            <a:r>
              <a:rPr lang="en-US" altLang="zh-TW" i="1" spc="100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>
                <a:solidFill>
                  <a:prstClr val="black"/>
                </a:solidFill>
                <a:ea typeface="標楷體"/>
              </a:rPr>
              <a:t>R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black</a:t>
            </a:r>
            <a:endParaRPr lang="zh-TW" alt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Rotate left at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183644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154777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直線接點 50"/>
          <p:cNvCxnSpPr/>
          <p:nvPr/>
        </p:nvCxnSpPr>
        <p:spPr>
          <a:xfrm>
            <a:off x="284398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2" name="直線接點 51"/>
          <p:cNvCxnSpPr/>
          <p:nvPr/>
        </p:nvCxnSpPr>
        <p:spPr>
          <a:xfrm flipH="1">
            <a:off x="255670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>
            <a:off x="370799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 flipH="1">
            <a:off x="342071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84398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>
            <a:off x="327645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57" name="橢圓 56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699987" y="4581008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3563993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26798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385199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730848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701981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486000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43600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514872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630001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601273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543600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586847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529200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56011" y="4581008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644401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7452020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686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800" dirty="0">
                <a:ea typeface="標楷體"/>
              </a:rPr>
              <a:t>Case </a:t>
            </a:r>
            <a:r>
              <a:rPr lang="en-US" altLang="zh-TW" dirty="0">
                <a:ea typeface="標楷體"/>
              </a:rPr>
              <a:t>4.2.2</a:t>
            </a:r>
            <a:r>
              <a:rPr lang="en-US" altLang="zh-TW" sz="2800" dirty="0">
                <a:ea typeface="標楷體"/>
              </a:rPr>
              <a:t>: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dirty="0">
                <a:ea typeface="標楷體"/>
              </a:rPr>
              <a:t> is black, </a:t>
            </a:r>
            <a:r>
              <a:rPr lang="en-US" altLang="zh-TW" sz="2800" i="1" dirty="0">
                <a:ea typeface="標楷體"/>
              </a:rPr>
              <a:t>S</a:t>
            </a:r>
            <a:r>
              <a:rPr lang="en-US" altLang="zh-TW" sz="2800" i="1" baseline="-25000" dirty="0">
                <a:ea typeface="標楷體"/>
              </a:rPr>
              <a:t>L</a:t>
            </a:r>
            <a:r>
              <a:rPr lang="en-US" altLang="zh-TW" sz="2800" dirty="0">
                <a:ea typeface="標楷體"/>
              </a:rPr>
              <a:t> is red and </a:t>
            </a:r>
            <a:r>
              <a:rPr lang="en-US" altLang="zh-TW" sz="2800" i="1" dirty="0">
                <a:ea typeface="標楷體"/>
              </a:rPr>
              <a:t>N</a:t>
            </a:r>
            <a:r>
              <a:rPr lang="en-US" altLang="zh-TW" sz="2800" dirty="0">
                <a:ea typeface="標楷體"/>
              </a:rPr>
              <a:t> is the right child of </a:t>
            </a:r>
            <a:r>
              <a:rPr lang="en-US" altLang="zh-TW" sz="2800" i="1" dirty="0">
                <a:ea typeface="標楷體"/>
              </a:rPr>
              <a:t>P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Make </a:t>
            </a:r>
            <a:r>
              <a:rPr lang="en-US" altLang="zh-TW" i="1" spc="100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>
                <a:solidFill>
                  <a:prstClr val="black"/>
                </a:solidFill>
                <a:ea typeface="標楷體"/>
              </a:rPr>
              <a:t>L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black</a:t>
            </a:r>
            <a:endParaRPr lang="zh-TW" alt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prstClr val="black"/>
                </a:solidFill>
                <a:ea typeface="標楷體"/>
              </a:rPr>
              <a:t>Rotate right at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" name="直線接點 4"/>
          <p:cNvCxnSpPr/>
          <p:nvPr/>
        </p:nvCxnSpPr>
        <p:spPr>
          <a:xfrm>
            <a:off x="327645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" name="直線接點 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" name="文字方塊 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 flipH="1">
            <a:off x="298778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" name="文字方塊 10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2" name="直線接點 11"/>
          <p:cNvCxnSpPr/>
          <p:nvPr/>
        </p:nvCxnSpPr>
        <p:spPr>
          <a:xfrm>
            <a:off x="140397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" name="直線接點 12"/>
          <p:cNvCxnSpPr/>
          <p:nvPr/>
        </p:nvCxnSpPr>
        <p:spPr>
          <a:xfrm flipH="1">
            <a:off x="111669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>
            <a:off x="226798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 flipH="1">
            <a:off x="198070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" name="直線接點 15"/>
          <p:cNvCxnSpPr/>
          <p:nvPr/>
        </p:nvCxnSpPr>
        <p:spPr>
          <a:xfrm flipH="1">
            <a:off x="140397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>
            <a:off x="183644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1259977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2123983" y="4581008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2797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24" name="直線接點 2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5" name="直線接點 24"/>
          <p:cNvCxnSpPr/>
          <p:nvPr/>
        </p:nvCxnSpPr>
        <p:spPr>
          <a:xfrm>
            <a:off x="586847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" name="直線接點 2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" name="文字方塊 26"/>
          <p:cNvSpPr txBox="1"/>
          <p:nvPr/>
        </p:nvSpPr>
        <p:spPr>
          <a:xfrm>
            <a:off x="7452020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0" name="直線接點 29"/>
          <p:cNvCxnSpPr/>
          <p:nvPr/>
        </p:nvCxnSpPr>
        <p:spPr>
          <a:xfrm flipH="1">
            <a:off x="557980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1" name="文字方塊 30"/>
          <p:cNvSpPr txBox="1"/>
          <p:nvPr/>
        </p:nvSpPr>
        <p:spPr>
          <a:xfrm>
            <a:off x="788402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32" name="直線接點 31"/>
          <p:cNvCxnSpPr/>
          <p:nvPr/>
        </p:nvCxnSpPr>
        <p:spPr>
          <a:xfrm>
            <a:off x="687601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58873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74002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5" name="直線接點 34"/>
          <p:cNvCxnSpPr/>
          <p:nvPr/>
        </p:nvCxnSpPr>
        <p:spPr>
          <a:xfrm flipH="1">
            <a:off x="745274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6" name="直線接點 35"/>
          <p:cNvCxnSpPr/>
          <p:nvPr/>
        </p:nvCxnSpPr>
        <p:spPr>
          <a:xfrm flipH="1">
            <a:off x="687601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7" name="直線接點 36"/>
          <p:cNvCxnSpPr/>
          <p:nvPr/>
        </p:nvCxnSpPr>
        <p:spPr>
          <a:xfrm>
            <a:off x="730848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8" name="橢圓 37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73201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7596021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30001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8205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400" dirty="0">
                <a:ea typeface="標楷體"/>
              </a:rPr>
              <a:t>Case 4.3.1: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dirty="0">
                <a:ea typeface="標楷體"/>
              </a:rPr>
              <a:t> and</a:t>
            </a:r>
            <a:r>
              <a:rPr lang="en-US" altLang="zh-TW" sz="2400" i="1" dirty="0">
                <a:ea typeface="標楷體"/>
              </a:rPr>
              <a:t> S</a:t>
            </a:r>
            <a:r>
              <a:rPr lang="en-US" altLang="zh-TW" sz="2400" i="1" baseline="-25000" dirty="0">
                <a:ea typeface="標楷體"/>
              </a:rPr>
              <a:t>R</a:t>
            </a:r>
            <a:r>
              <a:rPr lang="en-US" altLang="zh-TW" sz="2400" dirty="0">
                <a:ea typeface="標楷體"/>
              </a:rPr>
              <a:t> are black, </a:t>
            </a:r>
            <a:r>
              <a:rPr lang="en-US" altLang="zh-TW" sz="2400" i="1" dirty="0">
                <a:ea typeface="標楷體"/>
              </a:rPr>
              <a:t>N</a:t>
            </a:r>
            <a:r>
              <a:rPr lang="en-US" altLang="zh-TW" sz="2400" dirty="0">
                <a:ea typeface="標楷體"/>
              </a:rPr>
              <a:t> is the left child of </a:t>
            </a:r>
            <a:r>
              <a:rPr lang="en-US" altLang="zh-TW" sz="2400" i="1" dirty="0">
                <a:ea typeface="標楷體"/>
              </a:rPr>
              <a:t>P</a:t>
            </a:r>
            <a:r>
              <a:rPr lang="en-US" altLang="zh-TW" sz="2400" dirty="0">
                <a:ea typeface="標楷體"/>
              </a:rPr>
              <a:t>, but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i="1" baseline="-25000" dirty="0">
                <a:ea typeface="標楷體"/>
              </a:rPr>
              <a:t>L</a:t>
            </a:r>
            <a:r>
              <a:rPr lang="en-US" altLang="zh-TW" sz="2400" dirty="0">
                <a:ea typeface="標楷體"/>
              </a:rPr>
              <a:t> is red</a:t>
            </a:r>
            <a:endParaRPr lang="en-US" altLang="zh-TW" sz="2400" i="1" dirty="0">
              <a:ea typeface="標楷體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spc="100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>
                <a:solidFill>
                  <a:prstClr val="black"/>
                </a:solidFill>
                <a:ea typeface="標楷體"/>
              </a:rPr>
              <a:t>L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Rotate right at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Go to Case 4.2.1</a:t>
            </a:r>
            <a:endParaRPr lang="zh-TW" altLang="en-US" dirty="0"/>
          </a:p>
        </p:txBody>
      </p:sp>
      <p:cxnSp>
        <p:nvCxnSpPr>
          <p:cNvPr id="46" name="直線接點 4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284398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8" name="直線接點 47"/>
          <p:cNvCxnSpPr/>
          <p:nvPr/>
        </p:nvCxnSpPr>
        <p:spPr>
          <a:xfrm flipH="1">
            <a:off x="255670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9" name="直線接點 48"/>
          <p:cNvCxnSpPr/>
          <p:nvPr/>
        </p:nvCxnSpPr>
        <p:spPr>
          <a:xfrm>
            <a:off x="370799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0" name="直線接點 49"/>
          <p:cNvCxnSpPr/>
          <p:nvPr/>
        </p:nvCxnSpPr>
        <p:spPr>
          <a:xfrm flipH="1">
            <a:off x="342071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直線接點 50"/>
          <p:cNvCxnSpPr/>
          <p:nvPr/>
        </p:nvCxnSpPr>
        <p:spPr>
          <a:xfrm flipH="1">
            <a:off x="284398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2" name="直線接點 51"/>
          <p:cNvCxnSpPr/>
          <p:nvPr/>
        </p:nvCxnSpPr>
        <p:spPr>
          <a:xfrm>
            <a:off x="327645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3" name="橢圓 52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2699987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356399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26798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85199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9" name="直線接點 58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直線接點 59"/>
          <p:cNvCxnSpPr/>
          <p:nvPr/>
        </p:nvCxnSpPr>
        <p:spPr>
          <a:xfrm>
            <a:off x="183644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1" name="文字方塊 60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橢圓 61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3" name="橢圓 62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154777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5" name="文字方塊 64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6" name="直線接點 65"/>
          <p:cNvCxnSpPr/>
          <p:nvPr/>
        </p:nvCxnSpPr>
        <p:spPr>
          <a:xfrm>
            <a:off x="6156011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7" name="直線接點 66"/>
          <p:cNvCxnSpPr/>
          <p:nvPr/>
        </p:nvCxnSpPr>
        <p:spPr>
          <a:xfrm>
            <a:off x="6732015" y="4149005"/>
            <a:ext cx="288002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68" name="直線接點 67"/>
          <p:cNvCxnSpPr/>
          <p:nvPr/>
        </p:nvCxnSpPr>
        <p:spPr>
          <a:xfrm flipH="1">
            <a:off x="6444013" y="4149005"/>
            <a:ext cx="288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9" name="直線接點 68"/>
          <p:cNvCxnSpPr/>
          <p:nvPr/>
        </p:nvCxnSpPr>
        <p:spPr>
          <a:xfrm>
            <a:off x="7308019" y="5301013"/>
            <a:ext cx="288002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0" name="直線接點 69"/>
          <p:cNvCxnSpPr/>
          <p:nvPr/>
        </p:nvCxnSpPr>
        <p:spPr>
          <a:xfrm flipH="1">
            <a:off x="7020017" y="5301013"/>
            <a:ext cx="288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1" name="直線接點 70"/>
          <p:cNvCxnSpPr/>
          <p:nvPr/>
        </p:nvCxnSpPr>
        <p:spPr>
          <a:xfrm flipH="1">
            <a:off x="6732015" y="4725470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2" name="直線接點 71"/>
          <p:cNvCxnSpPr/>
          <p:nvPr/>
        </p:nvCxnSpPr>
        <p:spPr>
          <a:xfrm>
            <a:off x="7020479" y="472547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3" name="橢圓 72"/>
          <p:cNvSpPr/>
          <p:nvPr/>
        </p:nvSpPr>
        <p:spPr>
          <a:xfrm>
            <a:off x="6876016" y="4581008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4" name="橢圓 73"/>
          <p:cNvSpPr/>
          <p:nvPr/>
        </p:nvSpPr>
        <p:spPr>
          <a:xfrm>
            <a:off x="6588014" y="4005004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5" name="橢圓 74"/>
          <p:cNvSpPr/>
          <p:nvPr/>
        </p:nvSpPr>
        <p:spPr>
          <a:xfrm>
            <a:off x="7164018" y="515701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7164018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876016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78" name="文字方塊 77"/>
          <p:cNvSpPr txBox="1"/>
          <p:nvPr/>
        </p:nvSpPr>
        <p:spPr>
          <a:xfrm>
            <a:off x="745202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9" name="直線接點 78"/>
          <p:cNvCxnSpPr/>
          <p:nvPr/>
        </p:nvCxnSpPr>
        <p:spPr>
          <a:xfrm flipH="1">
            <a:off x="5580007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0" name="直線接點 79"/>
          <p:cNvCxnSpPr/>
          <p:nvPr/>
        </p:nvCxnSpPr>
        <p:spPr>
          <a:xfrm>
            <a:off x="5580469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1" name="文字方塊 80"/>
          <p:cNvSpPr txBox="1"/>
          <p:nvPr/>
        </p:nvSpPr>
        <p:spPr>
          <a:xfrm>
            <a:off x="5580007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6012010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3" name="橢圓 82"/>
          <p:cNvSpPr/>
          <p:nvPr/>
        </p:nvSpPr>
        <p:spPr>
          <a:xfrm>
            <a:off x="5436006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5291802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5" name="文字方塊 84"/>
          <p:cNvSpPr txBox="1"/>
          <p:nvPr/>
        </p:nvSpPr>
        <p:spPr>
          <a:xfrm>
            <a:off x="5004003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8166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2400" dirty="0">
                <a:ea typeface="標楷體"/>
              </a:rPr>
              <a:t>Case 4.3.2: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dirty="0">
                <a:ea typeface="標楷體"/>
              </a:rPr>
              <a:t> and</a:t>
            </a:r>
            <a:r>
              <a:rPr lang="en-US" altLang="zh-TW" sz="2400" i="1" dirty="0">
                <a:ea typeface="標楷體"/>
              </a:rPr>
              <a:t> S</a:t>
            </a:r>
            <a:r>
              <a:rPr lang="en-US" altLang="zh-TW" sz="2400" i="1" baseline="-25000" dirty="0">
                <a:ea typeface="標楷體"/>
              </a:rPr>
              <a:t>L</a:t>
            </a:r>
            <a:r>
              <a:rPr lang="en-US" altLang="zh-TW" sz="2400" dirty="0">
                <a:ea typeface="標楷體"/>
              </a:rPr>
              <a:t> are black, </a:t>
            </a:r>
            <a:r>
              <a:rPr lang="en-US" altLang="zh-TW" sz="2400" i="1" dirty="0">
                <a:ea typeface="標楷體"/>
              </a:rPr>
              <a:t>N</a:t>
            </a:r>
            <a:r>
              <a:rPr lang="en-US" altLang="zh-TW" sz="2400" dirty="0">
                <a:ea typeface="標楷體"/>
              </a:rPr>
              <a:t> is the right child of </a:t>
            </a:r>
            <a:r>
              <a:rPr lang="en-US" altLang="zh-TW" sz="2400" i="1" dirty="0">
                <a:ea typeface="標楷體"/>
              </a:rPr>
              <a:t>P</a:t>
            </a:r>
            <a:r>
              <a:rPr lang="en-US" altLang="zh-TW" sz="2400" dirty="0">
                <a:ea typeface="標楷體"/>
              </a:rPr>
              <a:t>, but </a:t>
            </a:r>
            <a:r>
              <a:rPr lang="en-US" altLang="zh-TW" sz="2400" i="1" dirty="0">
                <a:ea typeface="標楷體"/>
              </a:rPr>
              <a:t>S</a:t>
            </a:r>
            <a:r>
              <a:rPr lang="en-US" altLang="zh-TW" sz="2400" i="1" baseline="-25000" dirty="0">
                <a:ea typeface="標楷體"/>
              </a:rPr>
              <a:t>R</a:t>
            </a:r>
            <a:r>
              <a:rPr lang="en-US" altLang="zh-TW" sz="2400" dirty="0">
                <a:ea typeface="標楷體"/>
              </a:rPr>
              <a:t> is red</a:t>
            </a:r>
            <a:endParaRPr lang="en-US" altLang="zh-TW" sz="2400" i="1" dirty="0">
              <a:ea typeface="標楷體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395971" y="1412986"/>
            <a:ext cx="8352058" cy="1152008"/>
          </a:xfrm>
        </p:spPr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spc="100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i="1" spc="100" baseline="-25000" dirty="0">
                <a:solidFill>
                  <a:prstClr val="black"/>
                </a:solidFill>
                <a:ea typeface="標楷體"/>
              </a:rPr>
              <a:t>R</a:t>
            </a:r>
            <a:endParaRPr lang="en-US" altLang="zh-TW" dirty="0">
              <a:solidFill>
                <a:prstClr val="black"/>
              </a:solidFill>
              <a:ea typeface="標楷體"/>
            </a:endParaRP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Rotate left at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</a:p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Go to Case 4.2.2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6156011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" name="直線接點 6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線接點 7"/>
          <p:cNvCxnSpPr/>
          <p:nvPr/>
        </p:nvCxnSpPr>
        <p:spPr>
          <a:xfrm>
            <a:off x="140397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線接點 8"/>
          <p:cNvCxnSpPr/>
          <p:nvPr/>
        </p:nvCxnSpPr>
        <p:spPr>
          <a:xfrm flipH="1">
            <a:off x="111669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直線接點 9"/>
          <p:cNvCxnSpPr/>
          <p:nvPr/>
        </p:nvCxnSpPr>
        <p:spPr>
          <a:xfrm>
            <a:off x="226798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" name="直線接點 10"/>
          <p:cNvCxnSpPr/>
          <p:nvPr/>
        </p:nvCxnSpPr>
        <p:spPr>
          <a:xfrm flipH="1">
            <a:off x="198070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" name="直線接點 11"/>
          <p:cNvCxnSpPr/>
          <p:nvPr/>
        </p:nvCxnSpPr>
        <p:spPr>
          <a:xfrm flipH="1">
            <a:off x="140397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" name="直線接點 12"/>
          <p:cNvCxnSpPr/>
          <p:nvPr/>
        </p:nvCxnSpPr>
        <p:spPr>
          <a:xfrm>
            <a:off x="183644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4" name="橢圓 13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259977" y="4581008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2123983" y="4581008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2797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20" name="直線接點 19"/>
          <p:cNvCxnSpPr/>
          <p:nvPr/>
        </p:nvCxnSpPr>
        <p:spPr>
          <a:xfrm>
            <a:off x="5580007" y="4149005"/>
            <a:ext cx="288002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1" name="直線接點 20"/>
          <p:cNvCxnSpPr/>
          <p:nvPr/>
        </p:nvCxnSpPr>
        <p:spPr>
          <a:xfrm flipH="1">
            <a:off x="5292005" y="4149005"/>
            <a:ext cx="288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22" name="直線接點 21"/>
          <p:cNvCxnSpPr/>
          <p:nvPr/>
        </p:nvCxnSpPr>
        <p:spPr>
          <a:xfrm>
            <a:off x="5004003" y="5301013"/>
            <a:ext cx="288002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3" name="直線接點 22"/>
          <p:cNvCxnSpPr/>
          <p:nvPr/>
        </p:nvCxnSpPr>
        <p:spPr>
          <a:xfrm flipH="1">
            <a:off x="4716001" y="5301013"/>
            <a:ext cx="288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" name="直線接點 23"/>
          <p:cNvCxnSpPr/>
          <p:nvPr/>
        </p:nvCxnSpPr>
        <p:spPr>
          <a:xfrm flipH="1">
            <a:off x="5004003" y="4725470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5" name="直線接點 24"/>
          <p:cNvCxnSpPr/>
          <p:nvPr/>
        </p:nvCxnSpPr>
        <p:spPr>
          <a:xfrm>
            <a:off x="5292467" y="472547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6" name="橢圓 25"/>
          <p:cNvSpPr/>
          <p:nvPr/>
        </p:nvSpPr>
        <p:spPr>
          <a:xfrm>
            <a:off x="5148004" y="4581008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5436006" y="4005004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4860002" y="515701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716001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004003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427999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32" name="直線接點 31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>
            <a:off x="327645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4" name="文字方塊 33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接點 36"/>
          <p:cNvCxnSpPr/>
          <p:nvPr/>
        </p:nvCxnSpPr>
        <p:spPr>
          <a:xfrm flipH="1">
            <a:off x="298778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8" name="文字方塊 37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39" name="直線接點 38"/>
          <p:cNvCxnSpPr/>
          <p:nvPr/>
        </p:nvCxnSpPr>
        <p:spPr>
          <a:xfrm flipH="1">
            <a:off x="5580007" y="3573001"/>
            <a:ext cx="576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0" name="直線接點 39"/>
          <p:cNvCxnSpPr/>
          <p:nvPr/>
        </p:nvCxnSpPr>
        <p:spPr>
          <a:xfrm>
            <a:off x="6732477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1" name="文字方塊 40"/>
          <p:cNvSpPr txBox="1"/>
          <p:nvPr/>
        </p:nvSpPr>
        <p:spPr>
          <a:xfrm>
            <a:off x="5580007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6012010" y="3429000"/>
            <a:ext cx="287338" cy="288925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6588014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6443810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5" name="文字方塊 44"/>
          <p:cNvSpPr txBox="1"/>
          <p:nvPr/>
        </p:nvSpPr>
        <p:spPr>
          <a:xfrm>
            <a:off x="6876016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97132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3600" dirty="0">
                <a:ea typeface="標楷體"/>
              </a:rPr>
              <a:t>Case 4.1.1: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dirty="0">
                <a:ea typeface="標楷體"/>
              </a:rPr>
              <a:t> is red and </a:t>
            </a:r>
            <a:r>
              <a:rPr lang="en-US" altLang="zh-TW" sz="3600" i="1" dirty="0">
                <a:ea typeface="標楷體"/>
              </a:rPr>
              <a:t>N</a:t>
            </a:r>
            <a:r>
              <a:rPr lang="en-US" altLang="zh-TW" sz="3600" dirty="0">
                <a:ea typeface="標楷體"/>
              </a:rPr>
              <a:t> is the left child of </a:t>
            </a:r>
            <a:r>
              <a:rPr lang="en-US" altLang="zh-TW" sz="3600" i="1" dirty="0">
                <a:ea typeface="標楷體"/>
              </a:rPr>
              <a:t>P</a:t>
            </a:r>
            <a:endParaRPr lang="en-US" altLang="zh-TW" sz="3600" dirty="0">
              <a:ea typeface="標楷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1152009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Rotate left at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Go to case 4.2.1, 4.3.1, or 4.4</a:t>
            </a: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183644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154777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284398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255670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370799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342071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284398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327645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2699987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356399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226798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385199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85" name="直線接點 84"/>
          <p:cNvCxnSpPr/>
          <p:nvPr/>
        </p:nvCxnSpPr>
        <p:spPr>
          <a:xfrm>
            <a:off x="730848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直線接點 8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7" name="文字方塊 86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/>
          <p:nvPr/>
        </p:nvCxnSpPr>
        <p:spPr>
          <a:xfrm flipH="1">
            <a:off x="701981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1" name="文字方塊 90"/>
          <p:cNvSpPr txBox="1"/>
          <p:nvPr/>
        </p:nvSpPr>
        <p:spPr>
          <a:xfrm>
            <a:off x="486000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92" name="直線接點 91"/>
          <p:cNvCxnSpPr/>
          <p:nvPr/>
        </p:nvCxnSpPr>
        <p:spPr>
          <a:xfrm>
            <a:off x="543600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直線接點 92"/>
          <p:cNvCxnSpPr/>
          <p:nvPr/>
        </p:nvCxnSpPr>
        <p:spPr>
          <a:xfrm flipH="1">
            <a:off x="514872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4" name="直線接點 93"/>
          <p:cNvCxnSpPr/>
          <p:nvPr/>
        </p:nvCxnSpPr>
        <p:spPr>
          <a:xfrm>
            <a:off x="630001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5" name="直線接點 94"/>
          <p:cNvCxnSpPr/>
          <p:nvPr/>
        </p:nvCxnSpPr>
        <p:spPr>
          <a:xfrm flipH="1">
            <a:off x="601273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/>
          <p:nvPr/>
        </p:nvCxnSpPr>
        <p:spPr>
          <a:xfrm flipH="1">
            <a:off x="543600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直線接點 96"/>
          <p:cNvCxnSpPr/>
          <p:nvPr/>
        </p:nvCxnSpPr>
        <p:spPr>
          <a:xfrm>
            <a:off x="586847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橢圓 97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529200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6156011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644401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673201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1766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" y="260978"/>
            <a:ext cx="9000000" cy="1008022"/>
          </a:xfrm>
        </p:spPr>
        <p:txBody>
          <a:bodyPr>
            <a:no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TW" sz="3600" dirty="0">
                <a:ea typeface="標楷體"/>
              </a:rPr>
              <a:t>Case 4.1.2: </a:t>
            </a:r>
            <a:r>
              <a:rPr lang="en-US" altLang="zh-TW" sz="3600" i="1" dirty="0">
                <a:ea typeface="標楷體"/>
              </a:rPr>
              <a:t>S</a:t>
            </a:r>
            <a:r>
              <a:rPr lang="en-US" altLang="zh-TW" sz="3600" dirty="0">
                <a:ea typeface="標楷體"/>
              </a:rPr>
              <a:t> is red and </a:t>
            </a:r>
            <a:r>
              <a:rPr lang="en-US" altLang="zh-TW" sz="3600" i="1" dirty="0">
                <a:ea typeface="標楷體"/>
              </a:rPr>
              <a:t>N</a:t>
            </a:r>
            <a:r>
              <a:rPr lang="en-US" altLang="zh-TW" sz="3600" dirty="0">
                <a:ea typeface="標楷體"/>
              </a:rPr>
              <a:t> is the right child of </a:t>
            </a:r>
            <a:r>
              <a:rPr lang="en-US" altLang="zh-TW" sz="3600" i="1" dirty="0">
                <a:ea typeface="標楷體"/>
              </a:rPr>
              <a:t>P</a:t>
            </a:r>
            <a:endParaRPr lang="en-US" altLang="zh-TW" sz="3600" dirty="0">
              <a:ea typeface="標楷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6"/>
            <a:ext cx="8352058" cy="1152008"/>
          </a:xfrm>
        </p:spPr>
        <p:txBody>
          <a:bodyPr/>
          <a:lstStyle/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Exchange the colors of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and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Rotate right at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P</a:t>
            </a: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標楷體"/>
              </a:rPr>
              <a:t>Go to case 4.2.2, 4.3.2, or 4.4</a:t>
            </a:r>
          </a:p>
        </p:txBody>
      </p:sp>
      <p:cxnSp>
        <p:nvCxnSpPr>
          <p:cNvPr id="4" name="直線接點 3"/>
          <p:cNvCxnSpPr/>
          <p:nvPr/>
        </p:nvCxnSpPr>
        <p:spPr>
          <a:xfrm flipH="1">
            <a:off x="1835982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5" name="直線接點 4"/>
          <p:cNvCxnSpPr/>
          <p:nvPr/>
        </p:nvCxnSpPr>
        <p:spPr>
          <a:xfrm>
            <a:off x="3276453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" name="直線接點 5"/>
          <p:cNvCxnSpPr/>
          <p:nvPr/>
        </p:nvCxnSpPr>
        <p:spPr>
          <a:xfrm>
            <a:off x="2555986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" name="文字方塊 6"/>
          <p:cNvSpPr txBox="1"/>
          <p:nvPr/>
        </p:nvSpPr>
        <p:spPr>
          <a:xfrm>
            <a:off x="1979982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2411985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3131990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接點 9"/>
          <p:cNvCxnSpPr/>
          <p:nvPr/>
        </p:nvCxnSpPr>
        <p:spPr>
          <a:xfrm flipH="1">
            <a:off x="2987786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" name="文字方塊 10"/>
          <p:cNvSpPr txBox="1"/>
          <p:nvPr/>
        </p:nvSpPr>
        <p:spPr>
          <a:xfrm>
            <a:off x="3419992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2" name="直線接點 11"/>
          <p:cNvCxnSpPr/>
          <p:nvPr/>
        </p:nvCxnSpPr>
        <p:spPr>
          <a:xfrm>
            <a:off x="1403978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3" name="直線接點 12"/>
          <p:cNvCxnSpPr/>
          <p:nvPr/>
        </p:nvCxnSpPr>
        <p:spPr>
          <a:xfrm flipH="1">
            <a:off x="1116696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>
            <a:off x="2267984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 flipH="1">
            <a:off x="1980702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6" name="直線接點 15"/>
          <p:cNvCxnSpPr/>
          <p:nvPr/>
        </p:nvCxnSpPr>
        <p:spPr>
          <a:xfrm flipH="1">
            <a:off x="1403978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>
            <a:off x="1836443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1691980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1259977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212398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259977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27974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5868010" y="3573001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5868471" y="4149466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6588014" y="3573001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673201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6444013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5724008" y="4005004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5579804" y="4149466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7884023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6876016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 flipH="1">
            <a:off x="6588734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>
            <a:off x="7740022" y="4725009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7452740" y="4725009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 flipH="1">
            <a:off x="6876016" y="4149466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直線接點 56"/>
          <p:cNvCxnSpPr/>
          <p:nvPr/>
        </p:nvCxnSpPr>
        <p:spPr>
          <a:xfrm>
            <a:off x="7308481" y="414946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7164018" y="4005004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6732015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7596021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01201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292005" y="3861003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6300012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37866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ea typeface="標楷體"/>
              </a:rPr>
              <a:t>Case 4.5: </a:t>
            </a:r>
            <a:r>
              <a:rPr lang="en-US" altLang="zh-TW" sz="4000" i="1" dirty="0">
                <a:ea typeface="標楷體"/>
              </a:rPr>
              <a:t>S</a:t>
            </a:r>
            <a:r>
              <a:rPr lang="en-US" altLang="zh-TW" sz="4000" dirty="0">
                <a:ea typeface="標楷體"/>
              </a:rPr>
              <a:t>, </a:t>
            </a:r>
            <a:r>
              <a:rPr lang="en-US" altLang="zh-TW" sz="4000" i="1" dirty="0">
                <a:ea typeface="標楷體"/>
              </a:rPr>
              <a:t>S</a:t>
            </a:r>
            <a:r>
              <a:rPr lang="en-US" altLang="zh-TW" sz="4000" i="1" baseline="-25000" dirty="0">
                <a:ea typeface="標楷體"/>
              </a:rPr>
              <a:t>R</a:t>
            </a:r>
            <a:r>
              <a:rPr lang="en-US" altLang="zh-TW" sz="4000" dirty="0">
                <a:ea typeface="標楷體"/>
              </a:rPr>
              <a:t>, </a:t>
            </a:r>
            <a:r>
              <a:rPr lang="en-US" altLang="zh-TW" sz="4000" i="1" dirty="0">
                <a:ea typeface="標楷體"/>
              </a:rPr>
              <a:t>S</a:t>
            </a:r>
            <a:r>
              <a:rPr lang="en-US" altLang="zh-TW" sz="4000" i="1" baseline="-25000" dirty="0">
                <a:ea typeface="標楷體"/>
              </a:rPr>
              <a:t>L</a:t>
            </a:r>
            <a:r>
              <a:rPr lang="en-US" altLang="zh-TW" sz="4000" dirty="0">
                <a:ea typeface="標楷體"/>
              </a:rPr>
              <a:t> and </a:t>
            </a:r>
            <a:r>
              <a:rPr lang="en-US" altLang="zh-TW" sz="4000" i="1" dirty="0">
                <a:ea typeface="標楷體"/>
              </a:rPr>
              <a:t>P</a:t>
            </a:r>
            <a:r>
              <a:rPr lang="en-US" altLang="zh-TW" sz="4000" dirty="0">
                <a:ea typeface="標楷體"/>
              </a:rPr>
              <a:t> are black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95971" y="1412985"/>
            <a:ext cx="8352058" cy="72000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prstClr val="black"/>
                </a:solidFill>
                <a:ea typeface="標楷體"/>
              </a:rPr>
              <a:t>Make </a:t>
            </a:r>
            <a:r>
              <a:rPr lang="en-US" altLang="zh-TW" i="1" dirty="0">
                <a:solidFill>
                  <a:prstClr val="black"/>
                </a:solidFill>
                <a:ea typeface="標楷體"/>
              </a:rPr>
              <a:t>S</a:t>
            </a:r>
            <a:r>
              <a:rPr lang="en-US" altLang="zh-TW" dirty="0">
                <a:solidFill>
                  <a:prstClr val="black"/>
                </a:solidFill>
                <a:ea typeface="標楷體"/>
              </a:rPr>
              <a:t> red</a:t>
            </a:r>
          </a:p>
          <a:p>
            <a:r>
              <a:rPr lang="en-US" altLang="zh-TW" sz="2100" dirty="0">
                <a:solidFill>
                  <a:prstClr val="black"/>
                </a:solidFill>
                <a:ea typeface="標楷體"/>
              </a:rPr>
              <a:t>Perform the rebalancing procedure on </a:t>
            </a:r>
            <a:r>
              <a:rPr lang="en-US" altLang="zh-TW" sz="2100" i="1" dirty="0">
                <a:solidFill>
                  <a:prstClr val="black"/>
                </a:solidFill>
                <a:ea typeface="標楷體"/>
              </a:rPr>
              <a:t>P</a:t>
            </a:r>
            <a:endParaRPr lang="zh-TW" altLang="en-US" dirty="0"/>
          </a:p>
        </p:txBody>
      </p:sp>
      <p:cxnSp>
        <p:nvCxnSpPr>
          <p:cNvPr id="44" name="直線接點 43"/>
          <p:cNvCxnSpPr/>
          <p:nvPr/>
        </p:nvCxnSpPr>
        <p:spPr>
          <a:xfrm flipH="1">
            <a:off x="2267985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5" name="直線接點 44"/>
          <p:cNvCxnSpPr/>
          <p:nvPr/>
        </p:nvCxnSpPr>
        <p:spPr>
          <a:xfrm>
            <a:off x="3708456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6" name="直線接點 45"/>
          <p:cNvCxnSpPr/>
          <p:nvPr/>
        </p:nvCxnSpPr>
        <p:spPr>
          <a:xfrm>
            <a:off x="2987989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7" name="文字方塊 46"/>
          <p:cNvSpPr txBox="1"/>
          <p:nvPr/>
        </p:nvSpPr>
        <p:spPr>
          <a:xfrm>
            <a:off x="2411985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48" name="橢圓 47"/>
          <p:cNvSpPr/>
          <p:nvPr/>
        </p:nvSpPr>
        <p:spPr>
          <a:xfrm>
            <a:off x="2843988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56399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3419789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1" name="文字方塊 50"/>
          <p:cNvSpPr txBox="1"/>
          <p:nvPr/>
        </p:nvSpPr>
        <p:spPr>
          <a:xfrm>
            <a:off x="385199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1835981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直線接點 52"/>
          <p:cNvCxnSpPr/>
          <p:nvPr/>
        </p:nvCxnSpPr>
        <p:spPr>
          <a:xfrm flipH="1">
            <a:off x="1548699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4" name="直線接點 53"/>
          <p:cNvCxnSpPr/>
          <p:nvPr/>
        </p:nvCxnSpPr>
        <p:spPr>
          <a:xfrm>
            <a:off x="2699987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5" name="直線接點 54"/>
          <p:cNvCxnSpPr/>
          <p:nvPr/>
        </p:nvCxnSpPr>
        <p:spPr>
          <a:xfrm flipH="1">
            <a:off x="2412705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6" name="直線接點 55"/>
          <p:cNvCxnSpPr/>
          <p:nvPr/>
        </p:nvCxnSpPr>
        <p:spPr>
          <a:xfrm flipH="1">
            <a:off x="1835981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直線接點 56"/>
          <p:cNvCxnSpPr/>
          <p:nvPr/>
        </p:nvCxnSpPr>
        <p:spPr>
          <a:xfrm>
            <a:off x="2268446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8" name="橢圓 57"/>
          <p:cNvSpPr/>
          <p:nvPr/>
        </p:nvSpPr>
        <p:spPr>
          <a:xfrm>
            <a:off x="2123983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1691980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2555986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69198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1259977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2843988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64" name="直線接點 63"/>
          <p:cNvCxnSpPr/>
          <p:nvPr/>
        </p:nvCxnSpPr>
        <p:spPr>
          <a:xfrm flipH="1">
            <a:off x="5868010" y="4725009"/>
            <a:ext cx="720004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65" name="直線接點 64"/>
          <p:cNvCxnSpPr/>
          <p:nvPr/>
        </p:nvCxnSpPr>
        <p:spPr>
          <a:xfrm>
            <a:off x="7308481" y="5301474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直線接點 65"/>
          <p:cNvCxnSpPr/>
          <p:nvPr/>
        </p:nvCxnSpPr>
        <p:spPr>
          <a:xfrm>
            <a:off x="6588014" y="4725009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7" name="文字方塊 66"/>
          <p:cNvSpPr txBox="1"/>
          <p:nvPr/>
        </p:nvSpPr>
        <p:spPr>
          <a:xfrm>
            <a:off x="6012010" y="4437007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6444013" y="4581008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7164018" y="5157012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70" name="直線接點 69"/>
          <p:cNvCxnSpPr/>
          <p:nvPr/>
        </p:nvCxnSpPr>
        <p:spPr>
          <a:xfrm flipH="1">
            <a:off x="7019814" y="5301474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1" name="文字方塊 70"/>
          <p:cNvSpPr txBox="1"/>
          <p:nvPr/>
        </p:nvSpPr>
        <p:spPr>
          <a:xfrm>
            <a:off x="7452020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5436006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3" name="直線接點 72"/>
          <p:cNvCxnSpPr/>
          <p:nvPr/>
        </p:nvCxnSpPr>
        <p:spPr>
          <a:xfrm flipH="1">
            <a:off x="5148724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4" name="直線接點 73"/>
          <p:cNvCxnSpPr/>
          <p:nvPr/>
        </p:nvCxnSpPr>
        <p:spPr>
          <a:xfrm>
            <a:off x="6300012" y="5877017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直線接點 74"/>
          <p:cNvCxnSpPr/>
          <p:nvPr/>
        </p:nvCxnSpPr>
        <p:spPr>
          <a:xfrm flipH="1">
            <a:off x="6012730" y="5877017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直線接點 75"/>
          <p:cNvCxnSpPr/>
          <p:nvPr/>
        </p:nvCxnSpPr>
        <p:spPr>
          <a:xfrm flipH="1">
            <a:off x="5436006" y="5301474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7" name="直線接點 76"/>
          <p:cNvCxnSpPr/>
          <p:nvPr/>
        </p:nvCxnSpPr>
        <p:spPr>
          <a:xfrm>
            <a:off x="5868471" y="5301474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8" name="橢圓 77"/>
          <p:cNvSpPr/>
          <p:nvPr/>
        </p:nvSpPr>
        <p:spPr>
          <a:xfrm>
            <a:off x="5724008" y="5157012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9" name="橢圓 78"/>
          <p:cNvSpPr/>
          <p:nvPr/>
        </p:nvSpPr>
        <p:spPr>
          <a:xfrm>
            <a:off x="5292005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0" name="橢圓 79"/>
          <p:cNvSpPr/>
          <p:nvPr/>
        </p:nvSpPr>
        <p:spPr>
          <a:xfrm>
            <a:off x="6156011" y="5733016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5292005" y="501301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4860002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444013" y="558901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84" name="直線接點 83"/>
          <p:cNvCxnSpPr/>
          <p:nvPr/>
        </p:nvCxnSpPr>
        <p:spPr>
          <a:xfrm flipH="1">
            <a:off x="1835982" y="2420993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5" name="直線接點 84"/>
          <p:cNvCxnSpPr/>
          <p:nvPr/>
        </p:nvCxnSpPr>
        <p:spPr>
          <a:xfrm>
            <a:off x="1836443" y="2997458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直線接點 85"/>
          <p:cNvCxnSpPr/>
          <p:nvPr/>
        </p:nvCxnSpPr>
        <p:spPr>
          <a:xfrm>
            <a:off x="2555986" y="2420993"/>
            <a:ext cx="720005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7" name="文字方塊 86"/>
          <p:cNvSpPr txBox="1"/>
          <p:nvPr/>
        </p:nvSpPr>
        <p:spPr>
          <a:xfrm>
            <a:off x="1979982" y="213299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2411985" y="227699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1691980" y="2852996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90" name="直線接點 89"/>
          <p:cNvCxnSpPr/>
          <p:nvPr/>
        </p:nvCxnSpPr>
        <p:spPr>
          <a:xfrm flipH="1">
            <a:off x="1547776" y="2997458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1" name="文字方塊 90"/>
          <p:cNvSpPr txBox="1"/>
          <p:nvPr/>
        </p:nvSpPr>
        <p:spPr>
          <a:xfrm>
            <a:off x="1259977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92" name="直線接點 91"/>
          <p:cNvCxnSpPr/>
          <p:nvPr/>
        </p:nvCxnSpPr>
        <p:spPr>
          <a:xfrm>
            <a:off x="2843988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直線接點 92"/>
          <p:cNvCxnSpPr/>
          <p:nvPr/>
        </p:nvCxnSpPr>
        <p:spPr>
          <a:xfrm flipH="1">
            <a:off x="2556706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4" name="直線接點 93"/>
          <p:cNvCxnSpPr/>
          <p:nvPr/>
        </p:nvCxnSpPr>
        <p:spPr>
          <a:xfrm>
            <a:off x="3707994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5" name="直線接點 94"/>
          <p:cNvCxnSpPr/>
          <p:nvPr/>
        </p:nvCxnSpPr>
        <p:spPr>
          <a:xfrm flipH="1">
            <a:off x="3420712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6" name="直線接點 95"/>
          <p:cNvCxnSpPr/>
          <p:nvPr/>
        </p:nvCxnSpPr>
        <p:spPr>
          <a:xfrm flipH="1">
            <a:off x="2843988" y="299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直線接點 96"/>
          <p:cNvCxnSpPr/>
          <p:nvPr/>
        </p:nvCxnSpPr>
        <p:spPr>
          <a:xfrm>
            <a:off x="3276453" y="299745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98" name="橢圓 97"/>
          <p:cNvSpPr/>
          <p:nvPr/>
        </p:nvSpPr>
        <p:spPr>
          <a:xfrm>
            <a:off x="3131990" y="2852996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99" name="橢圓 98"/>
          <p:cNvSpPr/>
          <p:nvPr/>
        </p:nvSpPr>
        <p:spPr>
          <a:xfrm>
            <a:off x="2699987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0" name="橢圓 99"/>
          <p:cNvSpPr/>
          <p:nvPr/>
        </p:nvSpPr>
        <p:spPr>
          <a:xfrm>
            <a:off x="3563993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3419992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2267984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3851995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04" name="直線接點 103"/>
          <p:cNvCxnSpPr/>
          <p:nvPr/>
        </p:nvCxnSpPr>
        <p:spPr>
          <a:xfrm flipH="1">
            <a:off x="5436007" y="2420993"/>
            <a:ext cx="720004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5" name="直線接點 104"/>
          <p:cNvCxnSpPr/>
          <p:nvPr/>
        </p:nvCxnSpPr>
        <p:spPr>
          <a:xfrm>
            <a:off x="5436468" y="2997458"/>
            <a:ext cx="287337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6" name="直線接點 105"/>
          <p:cNvCxnSpPr/>
          <p:nvPr/>
        </p:nvCxnSpPr>
        <p:spPr>
          <a:xfrm>
            <a:off x="6156011" y="2420993"/>
            <a:ext cx="720005" cy="576004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07" name="文字方塊 106"/>
          <p:cNvSpPr txBox="1"/>
          <p:nvPr/>
        </p:nvSpPr>
        <p:spPr>
          <a:xfrm>
            <a:off x="5580007" y="2132991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P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08" name="橢圓 107"/>
          <p:cNvSpPr/>
          <p:nvPr/>
        </p:nvSpPr>
        <p:spPr>
          <a:xfrm>
            <a:off x="6012010" y="2276992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09" name="橢圓 108"/>
          <p:cNvSpPr/>
          <p:nvPr/>
        </p:nvSpPr>
        <p:spPr>
          <a:xfrm>
            <a:off x="5292005" y="2852996"/>
            <a:ext cx="287338" cy="287337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10" name="直線接點 109"/>
          <p:cNvCxnSpPr/>
          <p:nvPr/>
        </p:nvCxnSpPr>
        <p:spPr>
          <a:xfrm flipH="1">
            <a:off x="5147801" y="2997458"/>
            <a:ext cx="288095" cy="5752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1" name="文字方塊 110"/>
          <p:cNvSpPr txBox="1"/>
          <p:nvPr/>
        </p:nvSpPr>
        <p:spPr>
          <a:xfrm>
            <a:off x="4860002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N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cxnSp>
        <p:nvCxnSpPr>
          <p:cNvPr id="112" name="直線接點 111"/>
          <p:cNvCxnSpPr/>
          <p:nvPr/>
        </p:nvCxnSpPr>
        <p:spPr>
          <a:xfrm>
            <a:off x="6444013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3" name="直線接點 112"/>
          <p:cNvCxnSpPr/>
          <p:nvPr/>
        </p:nvCxnSpPr>
        <p:spPr>
          <a:xfrm flipH="1">
            <a:off x="6156731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4" name="直線接點 113"/>
          <p:cNvCxnSpPr/>
          <p:nvPr/>
        </p:nvCxnSpPr>
        <p:spPr>
          <a:xfrm>
            <a:off x="7308019" y="3573001"/>
            <a:ext cx="288722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5" name="直線接點 114"/>
          <p:cNvCxnSpPr/>
          <p:nvPr/>
        </p:nvCxnSpPr>
        <p:spPr>
          <a:xfrm flipH="1">
            <a:off x="7020737" y="3573001"/>
            <a:ext cx="287283" cy="5750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6" name="直線接點 115"/>
          <p:cNvCxnSpPr/>
          <p:nvPr/>
        </p:nvCxnSpPr>
        <p:spPr>
          <a:xfrm flipH="1">
            <a:off x="6444013" y="299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直線接點 116"/>
          <p:cNvCxnSpPr/>
          <p:nvPr/>
        </p:nvCxnSpPr>
        <p:spPr>
          <a:xfrm>
            <a:off x="6876478" y="299745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18" name="橢圓 117"/>
          <p:cNvSpPr/>
          <p:nvPr/>
        </p:nvSpPr>
        <p:spPr>
          <a:xfrm>
            <a:off x="6732015" y="2852996"/>
            <a:ext cx="287338" cy="287337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19" name="橢圓 118"/>
          <p:cNvSpPr/>
          <p:nvPr/>
        </p:nvSpPr>
        <p:spPr>
          <a:xfrm>
            <a:off x="6300012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0" name="橢圓 119"/>
          <p:cNvSpPr/>
          <p:nvPr/>
        </p:nvSpPr>
        <p:spPr>
          <a:xfrm>
            <a:off x="7164018" y="3429000"/>
            <a:ext cx="287338" cy="288925"/>
          </a:xfrm>
          <a:prstGeom prst="ellipse">
            <a:avLst/>
          </a:prstGeom>
          <a:solidFill>
            <a:sysClr val="windowText" lastClr="000000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b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21" name="文字方塊 120"/>
          <p:cNvSpPr txBox="1"/>
          <p:nvPr/>
        </p:nvSpPr>
        <p:spPr>
          <a:xfrm>
            <a:off x="7020017" y="2708995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endParaRPr lang="zh-TW" altLang="en-US" sz="2000" i="1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2" name="文字方塊 121"/>
          <p:cNvSpPr txBox="1"/>
          <p:nvPr/>
        </p:nvSpPr>
        <p:spPr>
          <a:xfrm>
            <a:off x="5868009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72000" bIns="46800" anchor="ctr" anchorCtr="0"/>
          <a:lstStyle/>
          <a:p>
            <a:pPr algn="r"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L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7452020" y="3284999"/>
            <a:ext cx="432000" cy="576000"/>
          </a:xfrm>
          <a:prstGeom prst="rect">
            <a:avLst/>
          </a:prstGeom>
          <a:noFill/>
          <a:ln w="12700">
            <a:noFill/>
          </a:ln>
        </p:spPr>
        <p:txBody>
          <a:bodyPr lIns="90000" tIns="46800" rIns="90000" bIns="46800" anchor="ctr" anchorCtr="0"/>
          <a:lstStyle/>
          <a:p>
            <a:pPr>
              <a:defRPr/>
            </a:pPr>
            <a:r>
              <a:rPr lang="en-US" altLang="zh-TW" sz="2000" i="1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S</a:t>
            </a:r>
            <a:r>
              <a:rPr lang="en-US" altLang="zh-TW" sz="2000" i="1" baseline="-25000" dirty="0">
                <a:solidFill>
                  <a:prstClr val="black"/>
                </a:solidFill>
                <a:latin typeface="Times New Roman"/>
                <a:ea typeface="新細明體" pitchFamily="18" charset="-120"/>
              </a:rPr>
              <a:t>R</a:t>
            </a:r>
            <a:endParaRPr lang="zh-TW" altLang="en-US" sz="2000" i="1" baseline="-25000" dirty="0">
              <a:solidFill>
                <a:prstClr val="black"/>
              </a:solidFill>
              <a:latin typeface="Times New Roman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3662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0683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empty red-black tree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1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" name="直線單箭頭接點 59"/>
          <p:cNvCxnSpPr/>
          <p:nvPr/>
        </p:nvCxnSpPr>
        <p:spPr>
          <a:xfrm>
            <a:off x="6012000" y="3789000"/>
            <a:ext cx="36000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>
            <a:off x="6372000" y="3789000"/>
            <a:ext cx="0" cy="3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6372000" y="48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1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34" name="直線單箭頭接點 33"/>
          <p:cNvCxnSpPr>
            <a:endCxn id="29" idx="2"/>
          </p:cNvCxnSpPr>
          <p:nvPr/>
        </p:nvCxnSpPr>
        <p:spPr>
          <a:xfrm flipV="1">
            <a:off x="6192000" y="4509000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直線單箭頭接點 43"/>
          <p:cNvCxnSpPr/>
          <p:nvPr/>
        </p:nvCxnSpPr>
        <p:spPr>
          <a:xfrm flipV="1">
            <a:off x="601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6732000" y="3789000"/>
            <a:ext cx="360000" cy="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6732000" y="3789000"/>
            <a:ext cx="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7092000" y="3789000"/>
            <a:ext cx="0" cy="5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5292000" y="3789000"/>
            <a:ext cx="360000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5652000" y="3789000"/>
            <a:ext cx="0" cy="3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5292000" y="3789000"/>
            <a:ext cx="0" cy="54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4658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1 node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V="1">
            <a:off x="5292000" y="3069000"/>
            <a:ext cx="36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6732000" y="3069000"/>
            <a:ext cx="36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11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Lucida Console" panose="020B0609040504020204" pitchFamily="49" charset="0"/>
                        </a:rPr>
                        <a:t>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5112000" y="39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Lucida Console" panose="020B0609040504020204" pitchFamily="49" charset="0"/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直線單箭頭接點 21"/>
          <p:cNvCxnSpPr>
            <a:endCxn id="20" idx="2"/>
          </p:cNvCxnSpPr>
          <p:nvPr/>
        </p:nvCxnSpPr>
        <p:spPr>
          <a:xfrm flipV="1">
            <a:off x="6012000" y="3069000"/>
            <a:ext cx="180000" cy="10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6732000" y="2889000"/>
            <a:ext cx="36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372000" y="468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012000" y="46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endCxn id="21" idx="2"/>
          </p:cNvCxnSpPr>
          <p:nvPr/>
        </p:nvCxnSpPr>
        <p:spPr>
          <a:xfrm flipV="1">
            <a:off x="6192000" y="4329000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6012000" y="2889000"/>
            <a:ext cx="180000" cy="10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5292000" y="2889000"/>
            <a:ext cx="360000" cy="10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024003" y="429299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5993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2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57" name="直線單箭頭接點 56"/>
          <p:cNvCxnSpPr/>
          <p:nvPr/>
        </p:nvCxnSpPr>
        <p:spPr>
          <a:xfrm flipH="1">
            <a:off x="4932000" y="216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endCxn id="68" idx="0"/>
          </p:cNvCxnSpPr>
          <p:nvPr/>
        </p:nvCxnSpPr>
        <p:spPr>
          <a:xfrm flipH="1">
            <a:off x="6192000" y="216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3852000" y="324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5652000" y="3249000"/>
            <a:ext cx="1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367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511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直線單箭頭接點 63"/>
          <p:cNvCxnSpPr/>
          <p:nvPr/>
        </p:nvCxnSpPr>
        <p:spPr>
          <a:xfrm flipV="1">
            <a:off x="457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601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6372000" y="48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7" name="直線單箭頭接點 66"/>
          <p:cNvCxnSpPr>
            <a:endCxn id="68" idx="2"/>
          </p:cNvCxnSpPr>
          <p:nvPr/>
        </p:nvCxnSpPr>
        <p:spPr>
          <a:xfrm flipV="1">
            <a:off x="6192000" y="4509000"/>
            <a:ext cx="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51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" name="直線單箭頭接點 68"/>
          <p:cNvCxnSpPr>
            <a:endCxn id="61" idx="2"/>
          </p:cNvCxnSpPr>
          <p:nvPr/>
        </p:nvCxnSpPr>
        <p:spPr>
          <a:xfrm flipH="1" flipV="1">
            <a:off x="4752000" y="342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62" idx="2"/>
          </p:cNvCxnSpPr>
          <p:nvPr/>
        </p:nvCxnSpPr>
        <p:spPr>
          <a:xfrm flipV="1">
            <a:off x="6012000" y="234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 flipV="1">
            <a:off x="6192000" y="234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>
            <a:off x="6012000" y="216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8" idx="1"/>
          </p:cNvCxnSpPr>
          <p:nvPr/>
        </p:nvCxnSpPr>
        <p:spPr>
          <a:xfrm>
            <a:off x="3852000" y="432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H="1">
            <a:off x="2736001" y="443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5" name="橢圓 24"/>
          <p:cNvSpPr/>
          <p:nvPr/>
        </p:nvSpPr>
        <p:spPr>
          <a:xfrm>
            <a:off x="3024003" y="429299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6" name="橢圓 25"/>
          <p:cNvSpPr/>
          <p:nvPr/>
        </p:nvSpPr>
        <p:spPr>
          <a:xfrm>
            <a:off x="2592000" y="4869000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443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3 nodes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*left;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TreeNode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*right;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color;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isNil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ea typeface="細明體" panose="02020509000000000000" pitchFamily="49" charset="-120"/>
              </a:rPr>
              <a:t>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numKeys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set1.insert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keys[ i ] );</a:t>
            </a:r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4572000" y="216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6912000" y="216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3672000" y="3249000"/>
            <a:ext cx="0" cy="108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5472000" y="3249000"/>
            <a:ext cx="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6372000" y="324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8172000" y="3249000"/>
            <a:ext cx="0" cy="72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619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349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493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6192000" y="234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439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583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192000" y="48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6012000" y="450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493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4572000" y="342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5832000" y="234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58" idx="2"/>
          </p:cNvCxnSpPr>
          <p:nvPr/>
        </p:nvCxnSpPr>
        <p:spPr>
          <a:xfrm flipV="1">
            <a:off x="6912000" y="342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5832000" y="2169000"/>
            <a:ext cx="180000" cy="19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3"/>
          </p:cNvCxnSpPr>
          <p:nvPr/>
        </p:nvCxnSpPr>
        <p:spPr>
          <a:xfrm flipH="1">
            <a:off x="7092000" y="3969000"/>
            <a:ext cx="108000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3672000" y="432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 flipH="1">
            <a:off x="2736001" y="4437458"/>
            <a:ext cx="431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>
            <a:off x="3168466" y="443745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4" name="橢圓 33"/>
          <p:cNvSpPr/>
          <p:nvPr/>
        </p:nvSpPr>
        <p:spPr>
          <a:xfrm>
            <a:off x="3024003" y="429299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2592000" y="4869000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3456006" y="4869000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432000" y="14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5027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4 nodes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3132000" y="216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472000" y="216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2232000" y="3249000"/>
            <a:ext cx="0" cy="21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4032000" y="3249000"/>
            <a:ext cx="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4932000" y="3249000"/>
            <a:ext cx="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7992000" y="4329000"/>
            <a:ext cx="0" cy="72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75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205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349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4752000" y="234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313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75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11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4572000" y="5589000"/>
            <a:ext cx="180000" cy="54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3492000" y="52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3132000" y="3429000"/>
            <a:ext cx="54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4392000" y="234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9" idx="2"/>
          </p:cNvCxnSpPr>
          <p:nvPr/>
        </p:nvCxnSpPr>
        <p:spPr>
          <a:xfrm flipV="1">
            <a:off x="5472000" y="4509000"/>
            <a:ext cx="16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4392000" y="216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67" idx="3"/>
          </p:cNvCxnSpPr>
          <p:nvPr/>
        </p:nvCxnSpPr>
        <p:spPr>
          <a:xfrm flipH="1">
            <a:off x="5652000" y="5049000"/>
            <a:ext cx="234000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2232000" y="540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0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732000" y="324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 flipV="1">
            <a:off x="6012010" y="3429000"/>
            <a:ext cx="9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>
            <a:off x="5292000" y="4329000"/>
            <a:ext cx="90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1691980" y="1988990"/>
            <a:ext cx="432003" cy="57600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5" name="橢圓 44"/>
          <p:cNvSpPr/>
          <p:nvPr/>
        </p:nvSpPr>
        <p:spPr>
          <a:xfrm>
            <a:off x="1979982" y="2420993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827512" y="1412986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1259977" y="1412986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1115514" y="1268524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683511" y="1844528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1547517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60331" y="59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892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5 nodes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1872000" y="216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4212000" y="2169000"/>
            <a:ext cx="16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972000" y="3249000"/>
            <a:ext cx="0" cy="216000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772000" y="3249000"/>
            <a:ext cx="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4572000" y="324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7992000" y="4329000"/>
            <a:ext cx="0" cy="72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75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792000" y="30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232000" y="19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3492000" y="234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692000" y="2349000"/>
            <a:ext cx="12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132000" y="59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492000" y="59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3312000" y="558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2232000" y="52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872000" y="3429000"/>
            <a:ext cx="54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3132000" y="234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V="1">
            <a:off x="4212000" y="4509000"/>
            <a:ext cx="25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3132000" y="2169000"/>
            <a:ext cx="180000" cy="306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4392000" y="5049000"/>
            <a:ext cx="3600000" cy="3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972000" y="5409000"/>
            <a:ext cx="126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01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732000" y="324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3492000" y="41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>
            <a:off x="3672000" y="4329000"/>
            <a:ext cx="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3852000" y="4329000"/>
            <a:ext cx="23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5832000" y="342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4392000" y="432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971975" y="1989451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/>
          <p:nvPr/>
        </p:nvCxnSpPr>
        <p:spPr>
          <a:xfrm>
            <a:off x="1260439" y="1989451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827974" y="2420993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1403978" y="2420993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395971" y="1413447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828436" y="1413447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683973" y="1268985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251970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1115976" y="1845450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4572000" y="5949000"/>
          <a:ext cx="45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left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myval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parent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color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latin typeface="+mn-lt"/>
                          <a:cs typeface="Calibri" panose="020F0502020204030204" pitchFamily="34" charset="0"/>
                        </a:rPr>
                        <a:t>isNil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cs typeface="Calibri" panose="020F0502020204030204" pitchFamily="34" charset="0"/>
                        </a:rPr>
                        <a:t>right</a:t>
                      </a:r>
                      <a:endParaRPr lang="zh-TW" altLang="en-US" sz="16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直線單箭頭接點 43"/>
          <p:cNvCxnSpPr/>
          <p:nvPr/>
        </p:nvCxnSpPr>
        <p:spPr>
          <a:xfrm flipV="1">
            <a:off x="4392000" y="3429000"/>
            <a:ext cx="3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8803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線接點 50"/>
          <p:cNvCxnSpPr/>
          <p:nvPr/>
        </p:nvCxnSpPr>
        <p:spPr>
          <a:xfrm>
            <a:off x="1691980" y="5589015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red-black tree with 6 nodes</a:t>
            </a:r>
            <a:endParaRPr lang="zh-TW" altLang="en-US" dirty="0"/>
          </a:p>
        </p:txBody>
      </p: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1872000" y="180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4212000" y="1809000"/>
            <a:ext cx="16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772000" y="2889000"/>
            <a:ext cx="0" cy="25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457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7992000" y="5049000"/>
            <a:ext cx="0" cy="5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75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79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232000" y="16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349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692000" y="1989000"/>
            <a:ext cx="54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13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349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67" idx="2"/>
          </p:cNvCxnSpPr>
          <p:nvPr/>
        </p:nvCxnSpPr>
        <p:spPr>
          <a:xfrm flipH="1" flipV="1">
            <a:off x="3312000" y="5769000"/>
            <a:ext cx="466" cy="54006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2232000" y="54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872000" y="3069000"/>
            <a:ext cx="540000" cy="25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60" idx="2"/>
          </p:cNvCxnSpPr>
          <p:nvPr/>
        </p:nvCxnSpPr>
        <p:spPr>
          <a:xfrm flipV="1">
            <a:off x="3132000" y="1989000"/>
            <a:ext cx="180000" cy="36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4" idx="1"/>
          </p:cNvCxnSpPr>
          <p:nvPr/>
        </p:nvCxnSpPr>
        <p:spPr>
          <a:xfrm>
            <a:off x="5112000" y="5049000"/>
            <a:ext cx="9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3132000" y="1809000"/>
            <a:ext cx="180000" cy="36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44" idx="0"/>
          </p:cNvCxnSpPr>
          <p:nvPr/>
        </p:nvCxnSpPr>
        <p:spPr>
          <a:xfrm flipH="1">
            <a:off x="7092000" y="3969000"/>
            <a:ext cx="90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972000" y="2889000"/>
            <a:ext cx="1260000" cy="25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01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73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349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 flipH="1">
            <a:off x="3492000" y="3969000"/>
            <a:ext cx="180000" cy="14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032000" y="3969000"/>
            <a:ext cx="2160000" cy="14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583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3672000" y="3969000"/>
            <a:ext cx="1800000" cy="14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1115976" y="5013472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/>
          <p:nvPr/>
        </p:nvCxnSpPr>
        <p:spPr>
          <a:xfrm>
            <a:off x="1404440" y="5013472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971975" y="5445014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1547979" y="5445014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539972" y="4437468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972437" y="4437468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827974" y="4293006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395971" y="4869010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1259977" y="4869471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6012000" y="48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橢圓 51"/>
          <p:cNvSpPr/>
          <p:nvPr/>
        </p:nvSpPr>
        <p:spPr>
          <a:xfrm>
            <a:off x="1835519" y="6020557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4392000" y="5589000"/>
            <a:ext cx="3600000" cy="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V="1">
            <a:off x="6912000" y="4149000"/>
            <a:ext cx="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V="1">
            <a:off x="4392000" y="3069000"/>
            <a:ext cx="3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endCxn id="67" idx="3"/>
          </p:cNvCxnSpPr>
          <p:nvPr/>
        </p:nvCxnSpPr>
        <p:spPr>
          <a:xfrm flipH="1">
            <a:off x="4392000" y="5049000"/>
            <a:ext cx="1800000" cy="5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4212000" y="5049000"/>
            <a:ext cx="900000" cy="540000"/>
          </a:xfrm>
          <a:prstGeom prst="straightConnector1">
            <a:avLst/>
          </a:prstGeom>
          <a:ln w="19050">
            <a:solidFill>
              <a:srgbClr val="0066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8756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線接點 50"/>
          <p:cNvCxnSpPr/>
          <p:nvPr/>
        </p:nvCxnSpPr>
        <p:spPr>
          <a:xfrm>
            <a:off x="8028024" y="1988990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1332000" y="180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4212000" y="180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232000" y="2889000"/>
            <a:ext cx="1440000" cy="30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403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21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25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2232000" y="16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3312000" y="1989000"/>
            <a:ext cx="18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115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93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5292000" y="5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4392000" y="72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2952000" y="59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332000" y="3069000"/>
            <a:ext cx="180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3132000" y="90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4" idx="2"/>
          </p:cNvCxnSpPr>
          <p:nvPr/>
        </p:nvCxnSpPr>
        <p:spPr>
          <a:xfrm flipV="1">
            <a:off x="4932000" y="5229000"/>
            <a:ext cx="19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3132000" y="72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44" idx="0"/>
          </p:cNvCxnSpPr>
          <p:nvPr/>
        </p:nvCxnSpPr>
        <p:spPr>
          <a:xfrm flipH="1">
            <a:off x="6912000" y="396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432000" y="2889000"/>
            <a:ext cx="288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47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619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295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>
            <a:endCxn id="67" idx="0"/>
          </p:cNvCxnSpPr>
          <p:nvPr/>
        </p:nvCxnSpPr>
        <p:spPr>
          <a:xfrm>
            <a:off x="3132000" y="3969000"/>
            <a:ext cx="90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392000" y="3969000"/>
            <a:ext cx="126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529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67" idx="0"/>
          </p:cNvCxnSpPr>
          <p:nvPr/>
        </p:nvCxnSpPr>
        <p:spPr>
          <a:xfrm flipH="1">
            <a:off x="4032000" y="396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H="1">
            <a:off x="7452020" y="1413447"/>
            <a:ext cx="287893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直線接點 38"/>
          <p:cNvCxnSpPr/>
          <p:nvPr/>
        </p:nvCxnSpPr>
        <p:spPr>
          <a:xfrm>
            <a:off x="7740484" y="1413447"/>
            <a:ext cx="287540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308019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884023" y="1844989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6" name="直線接點 45"/>
          <p:cNvCxnSpPr/>
          <p:nvPr/>
        </p:nvCxnSpPr>
        <p:spPr>
          <a:xfrm flipH="1">
            <a:off x="6876016" y="837443"/>
            <a:ext cx="431895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47" name="直線接點 46"/>
          <p:cNvCxnSpPr/>
          <p:nvPr/>
        </p:nvCxnSpPr>
        <p:spPr>
          <a:xfrm>
            <a:off x="7308481" y="837443"/>
            <a:ext cx="431541" cy="575543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8" name="橢圓 47"/>
          <p:cNvSpPr/>
          <p:nvPr/>
        </p:nvSpPr>
        <p:spPr>
          <a:xfrm>
            <a:off x="7164018" y="692981"/>
            <a:ext cx="287338" cy="287337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6732015" y="1268985"/>
            <a:ext cx="287338" cy="288925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7596021" y="1269446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5832000" y="48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橢圓 51"/>
          <p:cNvSpPr/>
          <p:nvPr/>
        </p:nvSpPr>
        <p:spPr>
          <a:xfrm>
            <a:off x="8171563" y="2420532"/>
            <a:ext cx="287338" cy="288925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1080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112000" y="5049000"/>
            <a:ext cx="270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29" idx="2"/>
          </p:cNvCxnSpPr>
          <p:nvPr/>
        </p:nvCxnSpPr>
        <p:spPr>
          <a:xfrm flipH="1" flipV="1">
            <a:off x="6552000" y="414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3852000" y="3069000"/>
            <a:ext cx="144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4752000" y="5049000"/>
            <a:ext cx="12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2232000" y="5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7665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2592000" y="1809000"/>
            <a:ext cx="108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472000" y="1809000"/>
            <a:ext cx="10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232000" y="2889000"/>
            <a:ext cx="1440000" cy="30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529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547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1512000" y="27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3492000" y="16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/>
          <p:nvPr/>
        </p:nvCxnSpPr>
        <p:spPr>
          <a:xfrm flipH="1" flipV="1">
            <a:off x="4572000" y="1989000"/>
            <a:ext cx="180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241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19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552000" y="5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5652000" y="72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2952000" y="59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9" idx="2"/>
          </p:cNvCxnSpPr>
          <p:nvPr/>
        </p:nvCxnSpPr>
        <p:spPr>
          <a:xfrm flipH="1" flipV="1">
            <a:off x="1332000" y="3069000"/>
            <a:ext cx="180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4392000" y="90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44" idx="2"/>
          </p:cNvCxnSpPr>
          <p:nvPr/>
        </p:nvCxnSpPr>
        <p:spPr>
          <a:xfrm flipV="1">
            <a:off x="4932000" y="5229000"/>
            <a:ext cx="198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4392000" y="72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endCxn id="44" idx="0"/>
          </p:cNvCxnSpPr>
          <p:nvPr/>
        </p:nvCxnSpPr>
        <p:spPr>
          <a:xfrm flipH="1">
            <a:off x="6912000" y="396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432000" y="2889000"/>
            <a:ext cx="2880000" cy="30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73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/>
          <p:nvPr/>
        </p:nvCxnSpPr>
        <p:spPr>
          <a:xfrm>
            <a:off x="745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4212000" y="378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>
            <a:endCxn id="67" idx="0"/>
          </p:cNvCxnSpPr>
          <p:nvPr/>
        </p:nvCxnSpPr>
        <p:spPr>
          <a:xfrm>
            <a:off x="3132000" y="3969000"/>
            <a:ext cx="90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392000" y="3969000"/>
            <a:ext cx="1260000" cy="198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655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67" idx="0"/>
          </p:cNvCxnSpPr>
          <p:nvPr/>
        </p:nvCxnSpPr>
        <p:spPr>
          <a:xfrm flipH="1">
            <a:off x="4032000" y="3969000"/>
            <a:ext cx="900000" cy="19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5832000" y="486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112000" y="5049000"/>
            <a:ext cx="2700000" cy="108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29" idx="2"/>
          </p:cNvCxnSpPr>
          <p:nvPr/>
        </p:nvCxnSpPr>
        <p:spPr>
          <a:xfrm flipH="1" flipV="1">
            <a:off x="6552000" y="4149000"/>
            <a:ext cx="1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5112000" y="3069000"/>
            <a:ext cx="144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4752000" y="5049000"/>
            <a:ext cx="12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492000" y="5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252000" y="432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9284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2412000" y="1809000"/>
            <a:ext cx="14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292000" y="1809000"/>
            <a:ext cx="14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44" idx="0"/>
          </p:cNvCxnSpPr>
          <p:nvPr/>
        </p:nvCxnSpPr>
        <p:spPr>
          <a:xfrm>
            <a:off x="313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565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5832000" y="270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1512000" y="270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3672000" y="162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>
            <a:endCxn id="60" idx="2"/>
          </p:cNvCxnSpPr>
          <p:nvPr/>
        </p:nvCxnSpPr>
        <p:spPr>
          <a:xfrm flipH="1" flipV="1">
            <a:off x="457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2412000" y="1989000"/>
            <a:ext cx="216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01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372000" y="54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/>
          <p:nvPr/>
        </p:nvCxnSpPr>
        <p:spPr>
          <a:xfrm flipH="1">
            <a:off x="5472000" y="729000"/>
            <a:ext cx="72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3672000" y="522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4" idx="2"/>
          </p:cNvCxnSpPr>
          <p:nvPr/>
        </p:nvCxnSpPr>
        <p:spPr>
          <a:xfrm flipH="1" flipV="1">
            <a:off x="1332000" y="4149000"/>
            <a:ext cx="252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4572000" y="909000"/>
            <a:ext cx="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9" idx="2"/>
          </p:cNvCxnSpPr>
          <p:nvPr/>
        </p:nvCxnSpPr>
        <p:spPr>
          <a:xfrm flipV="1">
            <a:off x="5292000" y="4149000"/>
            <a:ext cx="252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4572000" y="729000"/>
            <a:ext cx="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4932000" y="3969000"/>
            <a:ext cx="144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67" idx="1"/>
          </p:cNvCxnSpPr>
          <p:nvPr/>
        </p:nvCxnSpPr>
        <p:spPr>
          <a:xfrm>
            <a:off x="612000" y="3969000"/>
            <a:ext cx="3060000" cy="144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91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>
            <a:endCxn id="29" idx="0"/>
          </p:cNvCxnSpPr>
          <p:nvPr/>
        </p:nvCxnSpPr>
        <p:spPr>
          <a:xfrm>
            <a:off x="7452000" y="2889000"/>
            <a:ext cx="3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475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>
            <a:off x="2772000" y="3969000"/>
            <a:ext cx="144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4752000" y="3969000"/>
            <a:ext cx="18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673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2052000" y="3969000"/>
            <a:ext cx="180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259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472000" y="3969000"/>
            <a:ext cx="3060000" cy="144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59" idx="2"/>
          </p:cNvCxnSpPr>
          <p:nvPr/>
        </p:nvCxnSpPr>
        <p:spPr>
          <a:xfrm flipH="1" flipV="1">
            <a:off x="241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565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5112000" y="3969000"/>
            <a:ext cx="1980000" cy="126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672000" y="54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432000" y="37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46800" marB="468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91398" marR="91398" marT="45741" marB="45741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直線單箭頭接點 78"/>
          <p:cNvCxnSpPr>
            <a:endCxn id="54" idx="0"/>
          </p:cNvCxnSpPr>
          <p:nvPr/>
        </p:nvCxnSpPr>
        <p:spPr>
          <a:xfrm flipH="1">
            <a:off x="1332000" y="2889000"/>
            <a:ext cx="3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>
            <a:off x="4212000" y="3969000"/>
            <a:ext cx="180000" cy="126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4392000" y="612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475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95" name="直線單箭頭接點 94"/>
          <p:cNvCxnSpPr>
            <a:endCxn id="67" idx="2"/>
          </p:cNvCxnSpPr>
          <p:nvPr/>
        </p:nvCxnSpPr>
        <p:spPr>
          <a:xfrm flipV="1">
            <a:off x="4572000" y="5589000"/>
            <a:ext cx="0" cy="72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>
            <a:endCxn id="59" idx="2"/>
          </p:cNvCxnSpPr>
          <p:nvPr/>
        </p:nvCxnSpPr>
        <p:spPr>
          <a:xfrm flipV="1">
            <a:off x="1332000" y="3069000"/>
            <a:ext cx="1080000" cy="90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7462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/>
          <p:cNvCxnSpPr>
            <a:endCxn id="59" idx="0"/>
          </p:cNvCxnSpPr>
          <p:nvPr/>
        </p:nvCxnSpPr>
        <p:spPr>
          <a:xfrm flipH="1">
            <a:off x="2555980" y="1844989"/>
            <a:ext cx="1296015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endCxn id="58" idx="0"/>
          </p:cNvCxnSpPr>
          <p:nvPr/>
        </p:nvCxnSpPr>
        <p:spPr>
          <a:xfrm>
            <a:off x="5292005" y="1844989"/>
            <a:ext cx="1296003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56" idx="0"/>
          </p:cNvCxnSpPr>
          <p:nvPr/>
        </p:nvCxnSpPr>
        <p:spPr>
          <a:xfrm>
            <a:off x="3275991" y="2996997"/>
            <a:ext cx="287996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33" idx="0"/>
          </p:cNvCxnSpPr>
          <p:nvPr/>
        </p:nvCxnSpPr>
        <p:spPr>
          <a:xfrm flipH="1">
            <a:off x="5580001" y="2996997"/>
            <a:ext cx="288008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5724008" y="2852996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1691980" y="2852996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3707994" y="1700988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線單箭頭接點 61"/>
          <p:cNvCxnSpPr>
            <a:endCxn id="60" idx="2"/>
          </p:cNvCxnSpPr>
          <p:nvPr/>
        </p:nvCxnSpPr>
        <p:spPr>
          <a:xfrm flipH="1" flipV="1">
            <a:off x="4571994" y="1988988"/>
            <a:ext cx="1872019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endCxn id="60" idx="2"/>
          </p:cNvCxnSpPr>
          <p:nvPr/>
        </p:nvCxnSpPr>
        <p:spPr>
          <a:xfrm flipV="1">
            <a:off x="2411985" y="1988988"/>
            <a:ext cx="2160009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6012010" y="548980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6300012" y="548980"/>
            <a:ext cx="1008000" cy="288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直線單箭頭接點 65"/>
          <p:cNvCxnSpPr>
            <a:endCxn id="53" idx="3"/>
          </p:cNvCxnSpPr>
          <p:nvPr/>
        </p:nvCxnSpPr>
        <p:spPr>
          <a:xfrm flipH="1" flipV="1">
            <a:off x="5435994" y="692980"/>
            <a:ext cx="720017" cy="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3707994" y="544501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8" name="直線單箭頭接點 67"/>
          <p:cNvCxnSpPr>
            <a:endCxn id="54" idx="2"/>
          </p:cNvCxnSpPr>
          <p:nvPr/>
        </p:nvCxnSpPr>
        <p:spPr>
          <a:xfrm flipH="1" flipV="1">
            <a:off x="1547973" y="4293004"/>
            <a:ext cx="2304022" cy="1296011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endCxn id="53" idx="2"/>
          </p:cNvCxnSpPr>
          <p:nvPr/>
        </p:nvCxnSpPr>
        <p:spPr>
          <a:xfrm flipV="1">
            <a:off x="4427999" y="836980"/>
            <a:ext cx="143995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endCxn id="29" idx="2"/>
          </p:cNvCxnSpPr>
          <p:nvPr/>
        </p:nvCxnSpPr>
        <p:spPr>
          <a:xfrm flipV="1">
            <a:off x="5292005" y="4293004"/>
            <a:ext cx="2304010" cy="1296011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>
            <a:endCxn id="60" idx="0"/>
          </p:cNvCxnSpPr>
          <p:nvPr/>
        </p:nvCxnSpPr>
        <p:spPr>
          <a:xfrm>
            <a:off x="4427999" y="692981"/>
            <a:ext cx="143995" cy="1008007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4860002" y="4149005"/>
            <a:ext cx="1440010" cy="1296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endCxn id="54" idx="0"/>
          </p:cNvCxnSpPr>
          <p:nvPr/>
        </p:nvCxnSpPr>
        <p:spPr>
          <a:xfrm flipH="1">
            <a:off x="1547973" y="2996997"/>
            <a:ext cx="288008" cy="1008007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6732015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7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直線單箭頭接點 41"/>
          <p:cNvCxnSpPr>
            <a:endCxn id="29" idx="0"/>
          </p:cNvCxnSpPr>
          <p:nvPr/>
        </p:nvCxnSpPr>
        <p:spPr>
          <a:xfrm>
            <a:off x="7308019" y="2996997"/>
            <a:ext cx="287996" cy="1008007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4716001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直線單箭頭接點 34"/>
          <p:cNvCxnSpPr/>
          <p:nvPr/>
        </p:nvCxnSpPr>
        <p:spPr>
          <a:xfrm>
            <a:off x="2843988" y="4149005"/>
            <a:ext cx="1440010" cy="1296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67" idx="0"/>
          </p:cNvCxnSpPr>
          <p:nvPr/>
        </p:nvCxnSpPr>
        <p:spPr>
          <a:xfrm flipH="1">
            <a:off x="4571994" y="4149005"/>
            <a:ext cx="288008" cy="1296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endCxn id="58" idx="2"/>
          </p:cNvCxnSpPr>
          <p:nvPr/>
        </p:nvCxnSpPr>
        <p:spPr>
          <a:xfrm flipH="1" flipV="1">
            <a:off x="6588008" y="3140996"/>
            <a:ext cx="86401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endCxn id="67" idx="0"/>
          </p:cNvCxnSpPr>
          <p:nvPr/>
        </p:nvCxnSpPr>
        <p:spPr>
          <a:xfrm>
            <a:off x="4283998" y="4149005"/>
            <a:ext cx="287996" cy="1296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endCxn id="67" idx="3"/>
          </p:cNvCxnSpPr>
          <p:nvPr/>
        </p:nvCxnSpPr>
        <p:spPr>
          <a:xfrm flipH="1">
            <a:off x="5435994" y="4149005"/>
            <a:ext cx="2880032" cy="1440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>
            <a:endCxn id="59" idx="2"/>
          </p:cNvCxnSpPr>
          <p:nvPr/>
        </p:nvCxnSpPr>
        <p:spPr>
          <a:xfrm flipH="1" flipV="1">
            <a:off x="2555980" y="3140996"/>
            <a:ext cx="86401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endCxn id="58" idx="2"/>
          </p:cNvCxnSpPr>
          <p:nvPr/>
        </p:nvCxnSpPr>
        <p:spPr>
          <a:xfrm flipV="1">
            <a:off x="5436006" y="3140996"/>
            <a:ext cx="115200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H="1">
            <a:off x="5148004" y="4149005"/>
            <a:ext cx="1728012" cy="1296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3707994" y="548980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683973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2699987" y="4005004"/>
          <a:ext cx="172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</a:t>
                      </a:r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直線單箭頭接點 78"/>
          <p:cNvCxnSpPr>
            <a:endCxn id="59" idx="2"/>
          </p:cNvCxnSpPr>
          <p:nvPr/>
        </p:nvCxnSpPr>
        <p:spPr>
          <a:xfrm flipV="1">
            <a:off x="1403978" y="3140996"/>
            <a:ext cx="1152002" cy="1008009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endCxn id="67" idx="1"/>
          </p:cNvCxnSpPr>
          <p:nvPr/>
        </p:nvCxnSpPr>
        <p:spPr>
          <a:xfrm>
            <a:off x="827974" y="4149005"/>
            <a:ext cx="2880020" cy="1440009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2267984" y="4149005"/>
            <a:ext cx="1728012" cy="1296009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/>
          <p:cNvSpPr/>
          <p:nvPr/>
        </p:nvSpPr>
        <p:spPr>
          <a:xfrm>
            <a:off x="4427999" y="6165019"/>
            <a:ext cx="288000" cy="28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23" name="文字方塊 122"/>
          <p:cNvSpPr txBox="1"/>
          <p:nvPr/>
        </p:nvSpPr>
        <p:spPr>
          <a:xfrm>
            <a:off x="4716001" y="6165019"/>
            <a:ext cx="1008000" cy="288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124" name="直線單箭頭接點 123"/>
          <p:cNvCxnSpPr>
            <a:endCxn id="67" idx="2"/>
          </p:cNvCxnSpPr>
          <p:nvPr/>
        </p:nvCxnSpPr>
        <p:spPr>
          <a:xfrm flipH="1" flipV="1">
            <a:off x="4571994" y="5733014"/>
            <a:ext cx="7" cy="57600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7532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000" y="468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9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032000" y="612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7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32000" y="612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9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032000" y="522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112000" y="612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12000" y="4869000"/>
            <a:ext cx="36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952000" y="522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12000" y="57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112000" y="522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152000" y="252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59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232000" y="39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7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332000" y="396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9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232000" y="306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31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15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1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331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752000" y="252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619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5832000" y="3969000"/>
            <a:ext cx="1080000" cy="36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27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4932000" y="396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19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832000" y="3069000"/>
            <a:ext cx="1080000" cy="360000"/>
          </a:xfrm>
          <a:prstGeom prst="rect">
            <a:avLst/>
          </a:prstGeom>
          <a:noFill/>
        </p:spPr>
        <p:txBody>
          <a:bodyPr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27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6912000" y="39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475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112000" y="36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6912000" y="3069000"/>
            <a:ext cx="108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952000" y="369000"/>
            <a:ext cx="3240000" cy="18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39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3132000" y="909000"/>
            <a:ext cx="720000" cy="360000"/>
          </a:xfrm>
          <a:prstGeom prst="rect">
            <a:avLst/>
          </a:prstGeom>
          <a:noFill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472000" y="14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3132000" y="1809000"/>
            <a:ext cx="720000" cy="360000"/>
          </a:xfrm>
          <a:prstGeom prst="rect">
            <a:avLst/>
          </a:prstGeom>
          <a:noFill/>
        </p:spPr>
        <p:txBody>
          <a:bodyPr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left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331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2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4212000" y="9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parent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5292000" y="1809000"/>
            <a:ext cx="720000" cy="360000"/>
          </a:xfrm>
          <a:prstGeom prst="rect">
            <a:avLst/>
          </a:prstGeom>
          <a:noFill/>
        </p:spPr>
        <p:txBody>
          <a:bodyPr wrap="none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right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212000" y="1809000"/>
            <a:ext cx="720000" cy="360000"/>
          </a:xfrm>
          <a:prstGeom prst="rect">
            <a:avLst/>
          </a:prstGeom>
          <a:noFill/>
        </p:spPr>
        <p:txBody>
          <a:bodyPr wrap="none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color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312000" y="14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5292000" y="909000"/>
            <a:ext cx="720000" cy="360000"/>
          </a:xfrm>
          <a:prstGeom prst="rect">
            <a:avLst/>
          </a:prstGeom>
          <a:noFill/>
        </p:spPr>
        <p:txBody>
          <a:bodyPr wrap="none" t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isNil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92000" y="4869000"/>
            <a:ext cx="1620000" cy="12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612000" y="6129000"/>
            <a:ext cx="1980000" cy="540000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set1.scaryVal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872000" y="558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872000" y="50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3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792000" y="558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myHead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792000" y="5049000"/>
            <a:ext cx="1080000" cy="360000"/>
          </a:xfrm>
          <a:prstGeom prst="rect">
            <a:avLst/>
          </a:prstGeom>
          <a:noFill/>
        </p:spPr>
        <p:txBody>
          <a:bodyPr lIns="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mySize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cxnSp>
        <p:nvCxnSpPr>
          <p:cNvPr id="101" name="直線單箭頭接點 100"/>
          <p:cNvCxnSpPr/>
          <p:nvPr/>
        </p:nvCxnSpPr>
        <p:spPr>
          <a:xfrm flipV="1">
            <a:off x="2052000" y="5589000"/>
            <a:ext cx="900000" cy="18000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 flipH="1" flipV="1">
            <a:off x="2052000" y="4329000"/>
            <a:ext cx="1440000" cy="162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 flipV="1">
            <a:off x="4572000" y="2169000"/>
            <a:ext cx="0" cy="288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V="1">
            <a:off x="5652000" y="4329000"/>
            <a:ext cx="1440000" cy="162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V="1">
            <a:off x="2772000" y="2169000"/>
            <a:ext cx="16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/>
          <p:nvPr/>
        </p:nvCxnSpPr>
        <p:spPr>
          <a:xfrm flipH="1" flipV="1">
            <a:off x="4752000" y="2169000"/>
            <a:ext cx="1620000" cy="72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endCxn id="56" idx="0"/>
          </p:cNvCxnSpPr>
          <p:nvPr/>
        </p:nvCxnSpPr>
        <p:spPr>
          <a:xfrm flipH="1">
            <a:off x="2772000" y="1629000"/>
            <a:ext cx="720001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endCxn id="69" idx="0"/>
          </p:cNvCxnSpPr>
          <p:nvPr/>
        </p:nvCxnSpPr>
        <p:spPr>
          <a:xfrm>
            <a:off x="5652000" y="1629000"/>
            <a:ext cx="72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>
            <a:off x="1692000" y="3789000"/>
            <a:ext cx="126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單箭頭接點 116"/>
          <p:cNvCxnSpPr/>
          <p:nvPr/>
        </p:nvCxnSpPr>
        <p:spPr>
          <a:xfrm>
            <a:off x="3852000" y="3789000"/>
            <a:ext cx="54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 flipH="1">
            <a:off x="4752000" y="3789000"/>
            <a:ext cx="540000" cy="900000"/>
          </a:xfrm>
          <a:prstGeom prst="straightConnector1">
            <a:avLst/>
          </a:prstGeom>
          <a:ln w="19050">
            <a:solidFill>
              <a:srgbClr val="0000F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H="1">
            <a:off x="6192000" y="3789000"/>
            <a:ext cx="1260000" cy="900000"/>
          </a:xfrm>
          <a:prstGeom prst="straightConnector1">
            <a:avLst/>
          </a:prstGeom>
          <a:ln w="19050">
            <a:solidFill>
              <a:srgbClr val="0066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>
            <a:off x="4572000" y="729000"/>
            <a:ext cx="3780000" cy="162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8352000" y="2349000"/>
            <a:ext cx="0" cy="32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矩形 136"/>
          <p:cNvSpPr/>
          <p:nvPr/>
        </p:nvSpPr>
        <p:spPr>
          <a:xfrm>
            <a:off x="4392000" y="1449000"/>
            <a:ext cx="360000" cy="36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512000" y="2709000"/>
            <a:ext cx="360000" cy="36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5112000" y="2709000"/>
            <a:ext cx="360000" cy="36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72000" y="54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672000" y="270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0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472000" y="4869000"/>
            <a:ext cx="360000" cy="3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/>
                <a:ea typeface="新細明體"/>
                <a:cs typeface="+mn-cs"/>
              </a:rPr>
              <a:t>1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/>
              <a:ea typeface="新細明體"/>
              <a:cs typeface="+mn-cs"/>
            </a:endParaRPr>
          </a:p>
        </p:txBody>
      </p:sp>
      <p:cxnSp>
        <p:nvCxnSpPr>
          <p:cNvPr id="106" name="直線單箭頭接點 105"/>
          <p:cNvCxnSpPr/>
          <p:nvPr/>
        </p:nvCxnSpPr>
        <p:spPr>
          <a:xfrm flipH="1">
            <a:off x="6192000" y="5589000"/>
            <a:ext cx="216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132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4">
      <a:majorFont>
        <a:latin typeface="Times New Roman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30223</TotalTime>
  <Words>5369</Words>
  <Application>Microsoft Office PowerPoint</Application>
  <PresentationFormat>如螢幕大小 (4:3)</PresentationFormat>
  <Paragraphs>1556</Paragraphs>
  <Slides>67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5" baseType="lpstr">
      <vt:lpstr>細明體</vt:lpstr>
      <vt:lpstr>新細明體</vt:lpstr>
      <vt:lpstr>標楷體</vt:lpstr>
      <vt:lpstr>Arial</vt:lpstr>
      <vt:lpstr>Courier New</vt:lpstr>
      <vt:lpstr>Lucida Console</vt:lpstr>
      <vt:lpstr>Times New Roman</vt:lpstr>
      <vt:lpstr>Office 佈景主題</vt:lpstr>
      <vt:lpstr>Homework Assignment #10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Tree on x86</vt:lpstr>
      <vt:lpstr>_Tree on x86 Debug</vt:lpstr>
      <vt:lpstr>_Tree on x86 Release</vt:lpstr>
      <vt:lpstr>PowerPoint 簡報</vt:lpstr>
      <vt:lpstr>A Red-black Tree with 3 Nodes</vt:lpstr>
      <vt:lpstr>A Red-black Tree with 7 Nodes</vt:lpstr>
      <vt:lpstr>An Empty Red-black Tree</vt:lpstr>
      <vt:lpstr>A Red-black Tree with 1 Node</vt:lpstr>
      <vt:lpstr>A Red-black Tree with 2 Nodes</vt:lpstr>
      <vt:lpstr>A Red-black Tree with 3 Nodes</vt:lpstr>
      <vt:lpstr>A Red-black Tree with 4 Nodes</vt:lpstr>
      <vt:lpstr>A Red-black Tree with 5 Nodes</vt:lpstr>
      <vt:lpstr>A Red-black Tree with 6 Nodes</vt:lpstr>
      <vt:lpstr>PowerPoint 簡報</vt:lpstr>
      <vt:lpstr>PowerPoint 簡報</vt:lpstr>
      <vt:lpstr>A Red-black Tree with 7 Nodes</vt:lpstr>
      <vt:lpstr>A Red-black Tree with 7 Nodes</vt:lpstr>
      <vt:lpstr>PowerPoint 簡報</vt:lpstr>
      <vt:lpstr>TreeNode&lt; long &gt; on x86</vt:lpstr>
      <vt:lpstr>PowerPoint 簡報</vt:lpstr>
      <vt:lpstr>PowerPoint 簡報</vt:lpstr>
      <vt:lpstr>TreeNode&lt; long &gt; on x64</vt:lpstr>
      <vt:lpstr>PowerPoint 簡報</vt:lpstr>
      <vt:lpstr>Internal Implementation of STL::set in Visual C++ 2022</vt:lpstr>
      <vt:lpstr>PowerPoint 簡報</vt:lpstr>
      <vt:lpstr>std::_Tree_node&lt; char &gt; on x86</vt:lpstr>
      <vt:lpstr>std::_Tree_node&lt; short &gt; on x86</vt:lpstr>
      <vt:lpstr>std::_Tree_node&lt; long &gt; on x86</vt:lpstr>
      <vt:lpstr>std::_Tree_node&lt; long long &gt; on x86</vt:lpstr>
      <vt:lpstr>std::_Tree_node&lt; char &gt; on x64</vt:lpstr>
      <vt:lpstr>std::_Tree_node&lt; short &gt; on x64</vt:lpstr>
      <vt:lpstr>std::_Tree_node&lt; long &gt; on x64</vt:lpstr>
      <vt:lpstr>std::_Tree_node&lt; long long &gt; on x64</vt:lpstr>
      <vt:lpstr>Deletion from a Red-Black Tree</vt:lpstr>
      <vt:lpstr>Deletion from a Red-Black Tree</vt:lpstr>
      <vt:lpstr>Deletion from a Red-Black Tree</vt:lpstr>
      <vt:lpstr>Deletion from a Red-Black Tree</vt:lpstr>
      <vt:lpstr>Deletion from a Red-Black Tree</vt:lpstr>
      <vt:lpstr>Case 4.4: S, SR and SL are black, but P is red</vt:lpstr>
      <vt:lpstr>Case 4.2.1: S is black, SR is red and N is the left child of P</vt:lpstr>
      <vt:lpstr>Case 4.2.2: S is black, SL is red and N is the right child of P</vt:lpstr>
      <vt:lpstr>Case 4.3.1: S and SR are black, N is the left child of P, but SL is red</vt:lpstr>
      <vt:lpstr>Case 4.3.2: S and SL are black, N is the right child of P, but SR is red</vt:lpstr>
      <vt:lpstr>Case 4.1.1: S is red and N is the left child of P</vt:lpstr>
      <vt:lpstr>Case 4.1.2: S is red and N is the right child of P</vt:lpstr>
      <vt:lpstr>Case 4.5: S, SR, SL and P are black</vt:lpstr>
      <vt:lpstr>PowerPoint 簡報</vt:lpstr>
      <vt:lpstr>An empty red-black tree</vt:lpstr>
      <vt:lpstr>A red-black tree with 1 node</vt:lpstr>
      <vt:lpstr>A red-black tree with 2 nodes</vt:lpstr>
      <vt:lpstr>A red-black tree with 3 nodes</vt:lpstr>
      <vt:lpstr>A red-black tree with 4 nodes</vt:lpstr>
      <vt:lpstr>A red-black tree with 5 nodes</vt:lpstr>
      <vt:lpstr>A red-black tree with 6 nodes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CS235102  Data Structures</dc:title>
  <dc:creator>Gary</dc:creator>
  <cp:lastModifiedBy>陳伯豪</cp:lastModifiedBy>
  <cp:revision>7607</cp:revision>
  <dcterms:created xsi:type="dcterms:W3CDTF">2005-03-20T09:13:01Z</dcterms:created>
  <dcterms:modified xsi:type="dcterms:W3CDTF">2025-05-18T02:54:47Z</dcterms:modified>
</cp:coreProperties>
</file>